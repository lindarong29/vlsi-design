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28" r:id="rId2"/>
    <p:sldId id="329" r:id="rId3"/>
    <p:sldId id="398" r:id="rId4"/>
    <p:sldId id="357" r:id="rId5"/>
    <p:sldId id="386" r:id="rId6"/>
    <p:sldId id="387" r:id="rId7"/>
    <p:sldId id="399" r:id="rId8"/>
    <p:sldId id="388" r:id="rId9"/>
    <p:sldId id="389" r:id="rId10"/>
    <p:sldId id="401" r:id="rId11"/>
    <p:sldId id="403" r:id="rId12"/>
    <p:sldId id="404" r:id="rId13"/>
    <p:sldId id="400" r:id="rId14"/>
    <p:sldId id="390" r:id="rId15"/>
    <p:sldId id="384" r:id="rId16"/>
    <p:sldId id="369" r:id="rId17"/>
    <p:sldId id="393" r:id="rId18"/>
  </p:sldIdLst>
  <p:sldSz cx="12192000" cy="6858000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666699"/>
    <a:srgbClr val="000099"/>
    <a:srgbClr val="993300"/>
    <a:srgbClr val="E8DEA2"/>
    <a:srgbClr val="990000"/>
    <a:srgbClr val="315263"/>
    <a:srgbClr val="C66B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90811" autoAdjust="0"/>
  </p:normalViewPr>
  <p:slideViewPr>
    <p:cSldViewPr>
      <p:cViewPr varScale="1">
        <p:scale>
          <a:sx n="140" d="100"/>
          <a:sy n="140" d="100"/>
        </p:scale>
        <p:origin x="510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F7A9CC0-C17E-244A-7F1D-CC14E134E2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0C49F6-35F7-FFC5-9C82-24FB2AEEA6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56E807-73E7-441C-BF20-45F0797F8F31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7BD0675-A6FF-2A7F-6145-6DEF1A709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831F21C6-88C8-3AE7-5B15-1B0937817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51F4B0-92DD-3D13-837A-FF957A6AE4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0A62EC-F622-9462-25BB-544BE6E93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182848E-F1D8-464A-9726-9403B8E71CF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DBE58E10-793D-61FF-BD7C-B5D571DACD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0E25FCBB-E419-4DA7-5AF8-2E232125ED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EB0A0767-9D1C-1DA8-B87A-D37221293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7390C3B-6CEA-45D2-8146-2556AB49135E}" type="slidenum">
              <a:rPr lang="ko-KR" altLang="en-US" smtClean="0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82848E-F1D8-464A-9726-9403B8E71CFE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059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82848E-F1D8-464A-9726-9403B8E71CFE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544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1357298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3200" b="0" baseline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Arial Black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DE48B100-E6FC-172E-CECB-7600FC189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4CE04-5814-4C52-BFFB-FE516A763DF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34045C9-27D8-D02C-5374-AB253C3AFFDF}"/>
              </a:ext>
            </a:extLst>
          </p:cNvPr>
          <p:cNvGrpSpPr/>
          <p:nvPr userDrawn="1"/>
        </p:nvGrpSpPr>
        <p:grpSpPr>
          <a:xfrm>
            <a:off x="-11185" y="785797"/>
            <a:ext cx="475200" cy="78785"/>
            <a:chOff x="-8389" y="785794"/>
            <a:chExt cx="6506726" cy="78785"/>
          </a:xfrm>
          <a:gradFill flip="none" rotWithShape="1">
            <a:gsLst>
              <a:gs pos="0">
                <a:srgbClr val="990000">
                  <a:tint val="66000"/>
                  <a:satMod val="160000"/>
                </a:srgbClr>
              </a:gs>
              <a:gs pos="87000">
                <a:srgbClr val="990000"/>
              </a:gs>
            </a:gsLst>
            <a:lin ang="8100000" scaled="1"/>
            <a:tileRect/>
          </a:gradFill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A4F523-A988-17A9-C6DE-47D664C4CC1B}"/>
                </a:ext>
              </a:extLst>
            </p:cNvPr>
            <p:cNvSpPr/>
            <p:nvPr/>
          </p:nvSpPr>
          <p:spPr>
            <a:xfrm>
              <a:off x="-2489" y="785794"/>
              <a:ext cx="6500826" cy="45719"/>
            </a:xfrm>
            <a:prstGeom prst="rect">
              <a:avLst/>
            </a:prstGeom>
            <a:grpFill/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srgbClr val="993300"/>
                </a:solidFill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0A8CA06-7276-5D69-3245-15C9470105DE}"/>
                </a:ext>
              </a:extLst>
            </p:cNvPr>
            <p:cNvCxnSpPr/>
            <p:nvPr/>
          </p:nvCxnSpPr>
          <p:spPr>
            <a:xfrm>
              <a:off x="-8389" y="862991"/>
              <a:ext cx="6500826" cy="1588"/>
            </a:xfrm>
            <a:prstGeom prst="line">
              <a:avLst/>
            </a:prstGeom>
            <a:grpFill/>
            <a:ln>
              <a:solidFill>
                <a:srgbClr val="990000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5">
            <a:extLst>
              <a:ext uri="{FF2B5EF4-FFF2-40B4-BE49-F238E27FC236}">
                <a16:creationId xmlns:a16="http://schemas.microsoft.com/office/drawing/2014/main" id="{05F79C83-2AA8-B7FD-9D4D-944BE545E00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398020" y="785813"/>
            <a:ext cx="10800000" cy="146050"/>
            <a:chOff x="8786842" y="786425"/>
            <a:chExt cx="357190" cy="79058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D769582-4F43-B30F-10D8-8B25E735E09A}"/>
                </a:ext>
              </a:extLst>
            </p:cNvPr>
            <p:cNvSpPr/>
            <p:nvPr userDrawn="1"/>
          </p:nvSpPr>
          <p:spPr>
            <a:xfrm rot="10800000">
              <a:off x="8786874" y="786425"/>
              <a:ext cx="357158" cy="45719"/>
            </a:xfrm>
            <a:prstGeom prst="rect">
              <a:avLst/>
            </a:prstGeom>
            <a:gradFill flip="none" rotWithShape="1">
              <a:gsLst>
                <a:gs pos="27000">
                  <a:srgbClr val="990000">
                    <a:tint val="66000"/>
                    <a:satMod val="160000"/>
                  </a:srgbClr>
                </a:gs>
                <a:gs pos="100000">
                  <a:srgbClr val="990000"/>
                </a:gs>
              </a:gsLst>
              <a:lin ang="10800000" scaled="1"/>
              <a:tileRect/>
            </a:gra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srgbClr val="993300"/>
                </a:solidFill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7C14366A-D440-1762-A077-A8EBD2C12236}"/>
                </a:ext>
              </a:extLst>
            </p:cNvPr>
            <p:cNvCxnSpPr/>
            <p:nvPr userDrawn="1"/>
          </p:nvCxnSpPr>
          <p:spPr>
            <a:xfrm>
              <a:off x="8786842" y="863895"/>
              <a:ext cx="357158" cy="1588"/>
            </a:xfrm>
            <a:prstGeom prst="line">
              <a:avLst/>
            </a:prstGeom>
            <a:ln>
              <a:solidFill>
                <a:srgbClr val="990000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">
            <a:extLst>
              <a:ext uri="{FF2B5EF4-FFF2-40B4-BE49-F238E27FC236}">
                <a16:creationId xmlns:a16="http://schemas.microsoft.com/office/drawing/2014/main" id="{9FF35404-7C8C-BB3E-796C-D2AA9E3FC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6" y="582613"/>
            <a:ext cx="2782888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702309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FA469B1-D65F-E0E0-54FB-9860BC76262A}"/>
              </a:ext>
            </a:extLst>
          </p:cNvPr>
          <p:cNvSpPr/>
          <p:nvPr userDrawn="1"/>
        </p:nvSpPr>
        <p:spPr>
          <a:xfrm flipV="1">
            <a:off x="666751" y="1143000"/>
            <a:ext cx="10953749" cy="46038"/>
          </a:xfrm>
          <a:prstGeom prst="rect">
            <a:avLst/>
          </a:prstGeom>
          <a:gradFill flip="none" rotWithShape="1">
            <a:gsLst>
              <a:gs pos="16000">
                <a:srgbClr val="990000">
                  <a:tint val="66000"/>
                  <a:satMod val="160000"/>
                </a:srgbClr>
              </a:gs>
              <a:gs pos="87000">
                <a:srgbClr val="990000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993300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68346"/>
          </a:xfrm>
          <a:prstGeom prst="rect">
            <a:avLst/>
          </a:prstGeom>
        </p:spPr>
        <p:txBody>
          <a:bodyPr/>
          <a:lstStyle>
            <a:lvl1pPr algn="l">
              <a:defRPr b="1" i="1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8415" y="1285861"/>
            <a:ext cx="10972800" cy="4840303"/>
          </a:xfrm>
          <a:noFill/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txBody>
          <a:bodyPr/>
          <a:lstStyle>
            <a:lvl1pPr>
              <a:defRPr>
                <a:solidFill>
                  <a:srgbClr val="315263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4C9CF2C2-1EFE-9DE8-6671-1308BF594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AD239-2817-4576-BCCE-525311726C9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8108277-0697-56B2-315F-32F6E6D3080B}"/>
              </a:ext>
            </a:extLst>
          </p:cNvPr>
          <p:cNvSpPr/>
          <p:nvPr userDrawn="1"/>
        </p:nvSpPr>
        <p:spPr>
          <a:xfrm rot="10800000">
            <a:off x="11838517" y="6330950"/>
            <a:ext cx="353483" cy="50800"/>
          </a:xfrm>
          <a:prstGeom prst="rect">
            <a:avLst/>
          </a:prstGeom>
          <a:gradFill flip="none" rotWithShape="1">
            <a:gsLst>
              <a:gs pos="27000">
                <a:srgbClr val="990000">
                  <a:tint val="66000"/>
                  <a:satMod val="160000"/>
                </a:srgbClr>
              </a:gs>
              <a:gs pos="100000">
                <a:srgbClr val="990000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993300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DABC91A-5C1C-0013-C82A-A9E5EE96055F}"/>
              </a:ext>
            </a:extLst>
          </p:cNvPr>
          <p:cNvGrpSpPr/>
          <p:nvPr userDrawn="1"/>
        </p:nvGrpSpPr>
        <p:grpSpPr>
          <a:xfrm>
            <a:off x="-6269" y="6335714"/>
            <a:ext cx="9441392" cy="77786"/>
            <a:chOff x="-10583" y="6335714"/>
            <a:chExt cx="8583084" cy="7778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A7F55C3-11D6-D89A-6147-55EC56391EE4}"/>
                </a:ext>
              </a:extLst>
            </p:cNvPr>
            <p:cNvSpPr/>
            <p:nvPr userDrawn="1"/>
          </p:nvSpPr>
          <p:spPr>
            <a:xfrm>
              <a:off x="-4233" y="6335714"/>
              <a:ext cx="8576733" cy="46037"/>
            </a:xfrm>
            <a:prstGeom prst="rect">
              <a:avLst/>
            </a:prstGeom>
            <a:gradFill flip="none" rotWithShape="1">
              <a:gsLst>
                <a:gs pos="100000">
                  <a:srgbClr val="990000">
                    <a:tint val="66000"/>
                    <a:satMod val="160000"/>
                  </a:srgbClr>
                </a:gs>
                <a:gs pos="87000">
                  <a:srgbClr val="990000"/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solidFill>
                  <a:srgbClr val="993300"/>
                </a:solidFill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9B3326A-CA94-FF13-4B76-123EC12285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0583" y="6396038"/>
              <a:ext cx="8583084" cy="17462"/>
            </a:xfrm>
            <a:prstGeom prst="line">
              <a:avLst/>
            </a:prstGeom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2AAF10F-2DEA-03A5-8B16-BAD8558F7198}"/>
              </a:ext>
            </a:extLst>
          </p:cNvPr>
          <p:cNvCxnSpPr/>
          <p:nvPr userDrawn="1"/>
        </p:nvCxnSpPr>
        <p:spPr>
          <a:xfrm>
            <a:off x="11838517" y="6410326"/>
            <a:ext cx="353483" cy="4763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>
            <a:extLst>
              <a:ext uri="{FF2B5EF4-FFF2-40B4-BE49-F238E27FC236}">
                <a16:creationId xmlns:a16="http://schemas.microsoft.com/office/drawing/2014/main" id="{68AAE64D-5062-5A69-C6BA-BF15FAA831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340" y="6188076"/>
            <a:ext cx="2782888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9622139"/>
      </p:ext>
    </p:extLst>
  </p:cSld>
  <p:clrMapOvr>
    <a:masterClrMapping/>
  </p:clrMapOvr>
  <p:transition spd="med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1D53D-3B3D-6DA4-6B0F-1F50B6DFF6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8F9DD97E-9B82-44DF-B5CD-82C2650B74EB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260064-37D6-6A60-C67A-29839DDB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FE489-89A1-89E4-F50D-35A4F3E9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194E28-6BD1-4139-A36D-6572ECD095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483816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4607DC-7661-7D7D-C1F8-782F9842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EF179314-06F2-43DE-AEF0-61C92E963E43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31F558-4F8C-D708-51E2-D5A5F7D2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41EF2-BA34-15C0-F663-464F6212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54B5F-BF25-404B-93CC-FC95CF9F2AD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335932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E00C83-E8A1-6AF2-60B0-3FE5A74C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CC94E63E-CF72-45D2-8A3F-88E8FA41FD1C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B8F177-9298-31CA-3864-D8B2C7EF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763B78D-3699-FCE6-D867-3C47A18F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2111C-F7E8-4AFF-8CFE-DED4C959F3A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502793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534CA9-7C00-858A-861B-08BAA13D22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8FCD3F55-B000-4C7F-A6A6-7F31287FF73C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DC66D5-2AC2-0DBC-5C90-B85394B3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15CFBC-E5FC-AF94-DCE4-50377C48B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D079A-0CDD-40EA-8DB1-55A520401DA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4954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20E1C9-74B8-240D-C4DE-F2E8F4B4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4E06E1F7-BCF9-40D1-BFCA-CB3F846B4EB7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43119E-2565-2B24-937A-75BFAFBC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ED0A99-1506-9D75-0360-017ACE98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2DB3C-5BE9-4C85-AB58-B8B5034CD6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57655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B563D6-831D-0A25-B286-502FA18D4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AB31A518-5737-448A-A4DB-3DB5984BD1BB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2DBDC-77B8-735B-3E37-57DDBCBB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637309-7356-B9C6-B6AA-BF025621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348D5-1BFD-4352-8CC5-ABA441348BF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26421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FF3AA9-BB4C-3CCF-D7A2-36EFF399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BCB5EAB8-E930-45C1-8825-A7AE44B586C9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6696EC-399D-E855-BAED-AE24BE28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C92620-43D3-B450-0D94-8EAAA71E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270E2-9131-47BC-99AB-46C13147603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54989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0D97C-EAB6-6E98-A78D-CC1FA4466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D8CF7773-F773-405E-B47E-2D26DDE58621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709FE-5DFA-F8A0-46CD-FDD256B3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18F402-9518-3185-4494-B2955DD5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C9856-686F-4AE8-B4FA-6DF5C4D46C9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407814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45026-9354-8075-73B0-81D5683E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CC66E43B-C136-45CA-85F4-37BEBD9A0089}" type="datetimeFigureOut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953C4-7AC7-E08C-0DD0-8E8495B01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30380-DEBD-D12A-DEFE-CBB94168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34B0C-135C-4F4C-BED9-66276F2A091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691725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텍스트 개체 틀 2">
            <a:extLst>
              <a:ext uri="{FF2B5EF4-FFF2-40B4-BE49-F238E27FC236}">
                <a16:creationId xmlns:a16="http://schemas.microsoft.com/office/drawing/2014/main" id="{26DA6F7F-8E87-F31F-6F09-F57CAB1418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9" name="슬라이드 번호 개체 틀 5">
            <a:extLst>
              <a:ext uri="{FF2B5EF4-FFF2-40B4-BE49-F238E27FC236}">
                <a16:creationId xmlns:a16="http://schemas.microsoft.com/office/drawing/2014/main" id="{A031CE46-9ABE-5FCD-CB41-89E09EF8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19751" y="6492876"/>
            <a:ext cx="666749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 b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274D54B-31C3-4016-92EE-D7330474F77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2" name="그림 27" descr="B_7.gif">
            <a:extLst>
              <a:ext uri="{FF2B5EF4-FFF2-40B4-BE49-F238E27FC236}">
                <a16:creationId xmlns:a16="http://schemas.microsoft.com/office/drawing/2014/main" id="{7DB901DC-4AE0-066B-CAD9-EF530A12E07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1" y="6554788"/>
            <a:ext cx="1561777" cy="190500"/>
          </a:xfrm>
          <a:prstGeom prst="rect">
            <a:avLst/>
          </a:pr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4" r:id="rId1"/>
    <p:sldLayoutId id="2147485075" r:id="rId2"/>
    <p:sldLayoutId id="2147485076" r:id="rId3"/>
    <p:sldLayoutId id="2147485077" r:id="rId4"/>
    <p:sldLayoutId id="2147485078" r:id="rId5"/>
    <p:sldLayoutId id="2147485079" r:id="rId6"/>
    <p:sldLayoutId id="2147485080" r:id="rId7"/>
    <p:sldLayoutId id="2147485081" r:id="rId8"/>
    <p:sldLayoutId id="2147485082" r:id="rId9"/>
    <p:sldLayoutId id="2147485083" r:id="rId10"/>
    <p:sldLayoutId id="2147485084" r:id="rId11"/>
  </p:sldLayoutIdLst>
  <p:transition spd="med">
    <p:fade/>
  </p:transition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슬라이드 번호 개체 틀 5">
            <a:extLst>
              <a:ext uri="{FF2B5EF4-FFF2-40B4-BE49-F238E27FC236}">
                <a16:creationId xmlns:a16="http://schemas.microsoft.com/office/drawing/2014/main" id="{A403EB45-72EA-D40A-6AB4-53B0144409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5738813" y="6494463"/>
            <a:ext cx="500062" cy="292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ko-KR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05D4403-42BF-94FA-DC6F-E00062F61C36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262969" y="1928813"/>
            <a:ext cx="7666062" cy="785812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altLang="ko-KR" sz="4800" b="1" spc="-150" dirty="0">
                <a:latin typeface="Arial" pitchFamily="34" charset="0"/>
                <a:cs typeface="Arial" pitchFamily="34" charset="0"/>
              </a:rPr>
              <a:t>VLSI Design &amp; </a:t>
            </a:r>
            <a:r>
              <a:rPr lang="en-US" altLang="ko-KR" sz="4800" b="1" spc="-150">
                <a:latin typeface="Arial" pitchFamily="34" charset="0"/>
                <a:cs typeface="Arial" pitchFamily="34" charset="0"/>
              </a:rPr>
              <a:t>Practice 05</a:t>
            </a:r>
            <a:endParaRPr lang="ko-KR" altLang="en-US" sz="4800" b="1" spc="-1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C72AC54D-0068-CDC9-47BB-EBC6C3FD8487}"/>
              </a:ext>
            </a:extLst>
          </p:cNvPr>
          <p:cNvSpPr txBox="1">
            <a:spLocks/>
          </p:cNvSpPr>
          <p:nvPr/>
        </p:nvSpPr>
        <p:spPr bwMode="auto">
          <a:xfrm>
            <a:off x="3279094" y="2857500"/>
            <a:ext cx="5633812" cy="93154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algn="ctr" latinLnBrk="1">
              <a:defRPr/>
            </a:pPr>
            <a:r>
              <a:rPr kumimoji="0" lang="en-US" altLang="ko-KR" sz="3000" b="1" spc="-150" dirty="0">
                <a:solidFill>
                  <a:srgbClr val="000099"/>
                </a:solidFill>
                <a:latin typeface="Arial" pitchFamily="34" charset="0"/>
                <a:ea typeface="+mj-ea"/>
                <a:cs typeface="Arial" pitchFamily="34" charset="0"/>
              </a:rPr>
              <a:t>22-bit Carry Save Multiplier</a:t>
            </a:r>
          </a:p>
          <a:p>
            <a:pPr algn="ctr" latinLnBrk="1">
              <a:defRPr/>
            </a:pPr>
            <a:r>
              <a:rPr kumimoji="0" lang="en-US" altLang="ko-KR" sz="3000" b="1" spc="-150" dirty="0">
                <a:solidFill>
                  <a:srgbClr val="000099"/>
                </a:solidFill>
                <a:latin typeface="Arial" pitchFamily="34" charset="0"/>
                <a:ea typeface="+mj-ea"/>
                <a:cs typeface="Arial" pitchFamily="34" charset="0"/>
              </a:rPr>
              <a:t>(RCA, SRCSA, 2-stage Pipelined)</a:t>
            </a:r>
          </a:p>
          <a:p>
            <a:pPr algn="ctr" latinLnBrk="1">
              <a:defRPr/>
            </a:pPr>
            <a:r>
              <a:rPr kumimoji="0" lang="en-US" altLang="ko-KR" sz="2400" b="1" spc="-150" dirty="0">
                <a:solidFill>
                  <a:srgbClr val="C00000"/>
                </a:solidFill>
                <a:latin typeface="Arial" pitchFamily="34" charset="0"/>
                <a:ea typeface="+mj-ea"/>
                <a:cs typeface="Arial" pitchFamily="34" charset="0"/>
              </a:rPr>
              <a:t>Spring semester, 2026</a:t>
            </a:r>
            <a:endParaRPr kumimoji="0" lang="ko-KR" altLang="en-US" sz="3200" b="1" spc="-150" dirty="0">
              <a:solidFill>
                <a:srgbClr val="C000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" name="부제목 6">
            <a:extLst>
              <a:ext uri="{FF2B5EF4-FFF2-40B4-BE49-F238E27FC236}">
                <a16:creationId xmlns:a16="http://schemas.microsoft.com/office/drawing/2014/main" id="{929A7A13-B8B7-3158-EEFB-3DE86C2DDA11}"/>
              </a:ext>
            </a:extLst>
          </p:cNvPr>
          <p:cNvSpPr txBox="1">
            <a:spLocks/>
          </p:cNvSpPr>
          <p:nvPr/>
        </p:nvSpPr>
        <p:spPr bwMode="auto">
          <a:xfrm>
            <a:off x="8832178" y="4115544"/>
            <a:ext cx="2952453" cy="6096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0000" lnSpcReduction="20000"/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defRPr/>
            </a:pPr>
            <a:r>
              <a:rPr kumimoji="0" lang="fi-FI" altLang="ko-KR" sz="2500" b="1" dirty="0">
                <a:latin typeface="Arial" panose="020B0604020202020204" pitchFamily="34" charset="0"/>
                <a:cs typeface="Arial" panose="020B0604020202020204" pitchFamily="34" charset="0"/>
              </a:rPr>
              <a:t>Hyunseok Jung</a:t>
            </a:r>
          </a:p>
          <a:p>
            <a:pPr algn="r" eaLnBrk="1" hangingPunct="1">
              <a:defRPr/>
            </a:pPr>
            <a:r>
              <a:rPr kumimoji="0" lang="fi-FI" altLang="ko-KR" sz="2500" b="1" dirty="0">
                <a:latin typeface="Arial" panose="020B0604020202020204" pitchFamily="34" charset="0"/>
                <a:cs typeface="Arial" panose="020B0604020202020204" pitchFamily="34" charset="0"/>
              </a:rPr>
              <a:t>hsj_@korea.ac.kr</a:t>
            </a:r>
            <a:endParaRPr kumimoji="0" lang="en-US" altLang="ko-K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6">
            <a:extLst>
              <a:ext uri="{FF2B5EF4-FFF2-40B4-BE49-F238E27FC236}">
                <a16:creationId xmlns:a16="http://schemas.microsoft.com/office/drawing/2014/main" id="{1636046B-CB93-33E4-CDCD-ED1B6B5F6979}"/>
              </a:ext>
            </a:extLst>
          </p:cNvPr>
          <p:cNvSpPr txBox="1">
            <a:spLocks/>
          </p:cNvSpPr>
          <p:nvPr/>
        </p:nvSpPr>
        <p:spPr bwMode="auto">
          <a:xfrm>
            <a:off x="8832178" y="4726630"/>
            <a:ext cx="295245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2500" b="1" dirty="0">
                <a:latin typeface="Arial" panose="020B0604020202020204" pitchFamily="34" charset="0"/>
                <a:cs typeface="Arial" panose="020B0604020202020204" pitchFamily="34" charset="0"/>
              </a:rPr>
              <a:t>Hyeon-Gwon Kim</a:t>
            </a:r>
          </a:p>
          <a:p>
            <a:pPr algn="r" eaLnBrk="1" hangingPunct="1">
              <a:defRPr/>
            </a:pPr>
            <a:r>
              <a:rPr kumimoji="0" lang="en-US" altLang="ko-KR" sz="2500" b="1" dirty="0">
                <a:latin typeface="Arial" panose="020B0604020202020204" pitchFamily="34" charset="0"/>
                <a:cs typeface="Arial" panose="020B0604020202020204" pitchFamily="34" charset="0"/>
              </a:rPr>
              <a:t>gusrnjs48@korea.ac.kr</a:t>
            </a:r>
          </a:p>
        </p:txBody>
      </p:sp>
      <p:sp>
        <p:nvSpPr>
          <p:cNvPr id="6" name="부제목 6">
            <a:extLst>
              <a:ext uri="{FF2B5EF4-FFF2-40B4-BE49-F238E27FC236}">
                <a16:creationId xmlns:a16="http://schemas.microsoft.com/office/drawing/2014/main" id="{A989E2F7-60AF-7C92-B551-26B4A99B0BA0}"/>
              </a:ext>
            </a:extLst>
          </p:cNvPr>
          <p:cNvSpPr txBox="1">
            <a:spLocks/>
          </p:cNvSpPr>
          <p:nvPr/>
        </p:nvSpPr>
        <p:spPr bwMode="auto">
          <a:xfrm>
            <a:off x="8832179" y="5944344"/>
            <a:ext cx="295245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defRPr/>
            </a:pPr>
            <a:r>
              <a:rPr kumimoji="0" lang="nl-NL" altLang="ko-KR" sz="2500" b="1" dirty="0">
                <a:latin typeface="Arial" panose="020B0604020202020204" pitchFamily="34" charset="0"/>
                <a:cs typeface="Arial" panose="020B0604020202020204" pitchFamily="34" charset="0"/>
              </a:rPr>
              <a:t>Minjong Yoo</a:t>
            </a:r>
          </a:p>
          <a:p>
            <a:pPr algn="r" eaLnBrk="1" hangingPunct="1">
              <a:defRPr/>
            </a:pPr>
            <a:r>
              <a:rPr kumimoji="0" lang="nl-NL" altLang="ko-KR" sz="2500" b="1" dirty="0">
                <a:latin typeface="Arial" panose="020B0604020202020204" pitchFamily="34" charset="0"/>
                <a:cs typeface="Arial" panose="020B0604020202020204" pitchFamily="34" charset="0"/>
              </a:rPr>
              <a:t>yoom1144@korea.ac.kr</a:t>
            </a:r>
            <a:endParaRPr kumimoji="0" lang="en-US" altLang="ko-K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부제목 6">
            <a:extLst>
              <a:ext uri="{FF2B5EF4-FFF2-40B4-BE49-F238E27FC236}">
                <a16:creationId xmlns:a16="http://schemas.microsoft.com/office/drawing/2014/main" id="{A64AA56A-C9D7-0A65-1D93-C162C018E708}"/>
              </a:ext>
            </a:extLst>
          </p:cNvPr>
          <p:cNvSpPr txBox="1">
            <a:spLocks/>
          </p:cNvSpPr>
          <p:nvPr/>
        </p:nvSpPr>
        <p:spPr bwMode="auto">
          <a:xfrm>
            <a:off x="8832179" y="5334744"/>
            <a:ext cx="295245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 Black" pitchFamily="34" charset="0"/>
                <a:ea typeface="+mn-ea"/>
                <a:cs typeface="+mn-cs"/>
              </a:defRPr>
            </a:lvl1pPr>
            <a:lvl2pPr marL="4572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defRPr/>
            </a:pPr>
            <a:r>
              <a:rPr kumimoji="0" lang="nn-NO" altLang="ko-KR" sz="2500" b="1" dirty="0">
                <a:latin typeface="Arial" panose="020B0604020202020204" pitchFamily="34" charset="0"/>
                <a:cs typeface="Arial" panose="020B0604020202020204" pitchFamily="34" charset="0"/>
              </a:rPr>
              <a:t>Jangseok Yu</a:t>
            </a:r>
          </a:p>
          <a:p>
            <a:pPr algn="r" eaLnBrk="1" hangingPunct="1">
              <a:defRPr/>
            </a:pPr>
            <a:r>
              <a:rPr kumimoji="0" lang="nn-NO" altLang="ko-KR" sz="2500" b="1" dirty="0">
                <a:latin typeface="Arial" panose="020B0604020202020204" pitchFamily="34" charset="0"/>
                <a:cs typeface="Arial" panose="020B0604020202020204" pitchFamily="34" charset="0"/>
              </a:rPr>
              <a:t>jangseok@korea.ac.kr</a:t>
            </a:r>
            <a:endParaRPr kumimoji="0" lang="en-US" altLang="ko-K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D37A317-5523-E1C9-7290-EF4E7807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1776"/>
            <a:ext cx="8229600" cy="868363"/>
          </a:xfrm>
        </p:spPr>
        <p:txBody>
          <a:bodyPr/>
          <a:lstStyle/>
          <a:p>
            <a:pPr algn="ctr">
              <a:defRPr/>
            </a:pPr>
            <a:r>
              <a:rPr lang="en-US" altLang="ko-KR" sz="5400" dirty="0"/>
              <a:t>Contents</a:t>
            </a:r>
            <a:endParaRPr lang="ko-KR" altLang="en-US" sz="5400" dirty="0"/>
          </a:p>
        </p:txBody>
      </p:sp>
      <p:sp>
        <p:nvSpPr>
          <p:cNvPr id="16387" name="직사각형 6">
            <a:extLst>
              <a:ext uri="{FF2B5EF4-FFF2-40B4-BE49-F238E27FC236}">
                <a16:creationId xmlns:a16="http://schemas.microsoft.com/office/drawing/2014/main" id="{8D3F04AE-1BAB-2DFD-BB3A-13FD6CA83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544" y="1224048"/>
            <a:ext cx="8948960" cy="4750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14350" indent="-5143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b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22×22 Carry Save Multiplier (SRCS adder)</a:t>
            </a:r>
            <a:b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Modify the previous Carry Save Multiplier</a:t>
            </a:r>
          </a:p>
          <a:p>
            <a:pPr marL="514800" marR="0" lvl="0" indent="-514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2-stage Pipelined</a:t>
            </a:r>
            <a:r>
              <a:rPr kumimoji="0"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Simulation &amp; Synthesis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Results</a:t>
            </a:r>
            <a:br>
              <a:rPr kumimoji="0"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Check the functionality and Add the flip-flops</a:t>
            </a:r>
            <a:b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Measure the critical path delay &amp; circuit area</a:t>
            </a:r>
            <a:b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Check the experimental results (max. clock cycle, area, power )</a:t>
            </a:r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80E9D49A-2B50-2F0F-B991-51D4B46BC7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9EEAAA-9BB1-4D3B-9B95-6636812DE149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ko-KR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57A8-E337-B557-5ED5-576A3EE8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8E17A69-67FD-91C4-6D4E-493B1F14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1776"/>
            <a:ext cx="8229600" cy="868363"/>
          </a:xfrm>
        </p:spPr>
        <p:txBody>
          <a:bodyPr/>
          <a:lstStyle/>
          <a:p>
            <a:pPr algn="ctr">
              <a:defRPr/>
            </a:pPr>
            <a:r>
              <a:rPr lang="en-US" altLang="ko-KR" sz="5400" dirty="0"/>
              <a:t>Contents</a:t>
            </a:r>
            <a:endParaRPr lang="ko-KR" altLang="en-US" sz="5400" dirty="0"/>
          </a:p>
        </p:txBody>
      </p:sp>
      <p:sp>
        <p:nvSpPr>
          <p:cNvPr id="16387" name="직사각형 6">
            <a:extLst>
              <a:ext uri="{FF2B5EF4-FFF2-40B4-BE49-F238E27FC236}">
                <a16:creationId xmlns:a16="http://schemas.microsoft.com/office/drawing/2014/main" id="{5016CFC2-2605-59A9-9BA5-6C47C42C8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544" y="1224048"/>
            <a:ext cx="8948960" cy="4750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14350" indent="-5143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b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(SRCS adder)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Modify the previous Carry Save Multiplier</a:t>
            </a:r>
          </a:p>
          <a:p>
            <a:pPr marL="514800" marR="0" lvl="0" indent="-514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2-stage Pipelined</a:t>
            </a:r>
            <a:r>
              <a:rPr kumimoji="0" lang="ko-KR" altLang="en-US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&amp; Synthesis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Results</a:t>
            </a:r>
            <a:br>
              <a:rPr kumimoji="0" lang="en-US" altLang="ko-KR" sz="20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Check the functionality and Add the flip-flops</a:t>
            </a:r>
            <a:b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Measure the critical path delay &amp; circuit area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Check the experimental results (max. clock cycle, area, power )</a:t>
            </a:r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8F0A59BE-3D1D-CD6F-BC6B-075BC6EA3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9EEAAA-9BB1-4D3B-9B95-6636812DE149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ko-KR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674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3">
            <a:extLst>
              <a:ext uri="{FF2B5EF4-FFF2-40B4-BE49-F238E27FC236}">
                <a16:creationId xmlns:a16="http://schemas.microsoft.com/office/drawing/2014/main" id="{31B38DB9-6B94-ED19-9D6C-4D4236F93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B508ED-DE67-4BA5-928C-9A956C562795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14" name="제목 4">
            <a:extLst>
              <a:ext uri="{FF2B5EF4-FFF2-40B4-BE49-F238E27FC236}">
                <a16:creationId xmlns:a16="http://schemas.microsoft.com/office/drawing/2014/main" id="{BEBE2743-343E-49AC-8FD5-AB972AE00615}"/>
              </a:ext>
            </a:extLst>
          </p:cNvPr>
          <p:cNvSpPr txBox="1">
            <a:spLocks/>
          </p:cNvSpPr>
          <p:nvPr/>
        </p:nvSpPr>
        <p:spPr>
          <a:xfrm>
            <a:off x="1343026" y="188913"/>
            <a:ext cx="9324975" cy="79216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Array Multiplier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1855604-1A78-BC0B-18EA-B34F29154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098966"/>
              </p:ext>
            </p:extLst>
          </p:nvPr>
        </p:nvGraphicFramePr>
        <p:xfrm>
          <a:off x="7248128" y="1732776"/>
          <a:ext cx="328494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94">
                  <a:extLst>
                    <a:ext uri="{9D8B030D-6E8A-4147-A177-3AD203B41FA5}">
                      <a16:colId xmlns:a16="http://schemas.microsoft.com/office/drawing/2014/main" val="278340803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3076683759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127330526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077489039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166925915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3706012863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2822143512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043640455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968496097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23505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40373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92739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552192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823963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+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027971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32958"/>
                  </a:ext>
                </a:extLst>
              </a:tr>
            </a:tbl>
          </a:graphicData>
        </a:graphic>
      </p:graphicFrame>
      <p:pic>
        <p:nvPicPr>
          <p:cNvPr id="18439" name="Picture 4">
            <a:extLst>
              <a:ext uri="{FF2B5EF4-FFF2-40B4-BE49-F238E27FC236}">
                <a16:creationId xmlns:a16="http://schemas.microsoft.com/office/drawing/2014/main" id="{84E26473-8BEC-CE38-90DD-AF16860DA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111" y="4293097"/>
            <a:ext cx="3384376" cy="1844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634" name="그룹 18633">
            <a:extLst>
              <a:ext uri="{FF2B5EF4-FFF2-40B4-BE49-F238E27FC236}">
                <a16:creationId xmlns:a16="http://schemas.microsoft.com/office/drawing/2014/main" id="{D000F8FC-C3BE-3AF3-570A-65D9592FED62}"/>
              </a:ext>
            </a:extLst>
          </p:cNvPr>
          <p:cNvGrpSpPr/>
          <p:nvPr/>
        </p:nvGrpSpPr>
        <p:grpSpPr>
          <a:xfrm>
            <a:off x="1636185" y="2086947"/>
            <a:ext cx="5319199" cy="3144743"/>
            <a:chOff x="499549" y="1404389"/>
            <a:chExt cx="5319199" cy="314474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B488558-2F0C-0E1A-7B7D-A69153363C6C}"/>
                </a:ext>
              </a:extLst>
            </p:cNvPr>
            <p:cNvSpPr/>
            <p:nvPr/>
          </p:nvSpPr>
          <p:spPr bwMode="gray">
            <a:xfrm>
              <a:off x="985340" y="3848965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순서도: 지연 4">
              <a:extLst>
                <a:ext uri="{FF2B5EF4-FFF2-40B4-BE49-F238E27FC236}">
                  <a16:creationId xmlns:a16="http://schemas.microsoft.com/office/drawing/2014/main" id="{FDE9A9DC-FBAF-8E83-568F-888062168369}"/>
                </a:ext>
              </a:extLst>
            </p:cNvPr>
            <p:cNvSpPr/>
            <p:nvPr/>
          </p:nvSpPr>
          <p:spPr bwMode="gray">
            <a:xfrm rot="5400000">
              <a:off x="1201364" y="3634713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E086B9F-BB63-79A9-12FD-139045EAD6A7}"/>
                </a:ext>
              </a:extLst>
            </p:cNvPr>
            <p:cNvCxnSpPr>
              <a:stCxn id="5" idx="3"/>
            </p:cNvCxnSpPr>
            <p:nvPr/>
          </p:nvCxnSpPr>
          <p:spPr>
            <a:xfrm>
              <a:off x="1273372" y="3778729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66C7FDB0-771E-D1A3-6F5A-C5657AA62A9E}"/>
                </a:ext>
              </a:extLst>
            </p:cNvPr>
            <p:cNvCxnSpPr>
              <a:cxnSpLocks/>
            </p:cNvCxnSpPr>
            <p:nvPr/>
          </p:nvCxnSpPr>
          <p:spPr>
            <a:xfrm>
              <a:off x="1239505" y="3499165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F50923D8-1B62-CB3F-5776-29D55AE858BE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 flipH="1">
              <a:off x="1345380" y="4028985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09F35DC5-F0DD-E317-DD8C-0AE3873A7D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068" y="4039519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3D5FEC8C-CEBE-5F24-78F2-656C90E5144D}"/>
                </a:ext>
              </a:extLst>
            </p:cNvPr>
            <p:cNvCxnSpPr>
              <a:cxnSpLocks/>
            </p:cNvCxnSpPr>
            <p:nvPr/>
          </p:nvCxnSpPr>
          <p:spPr>
            <a:xfrm>
              <a:off x="1057348" y="4209005"/>
              <a:ext cx="0" cy="2982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1BB89BB-9C00-5EE8-747E-245E202D0632}"/>
                </a:ext>
              </a:extLst>
            </p:cNvPr>
            <p:cNvSpPr/>
            <p:nvPr/>
          </p:nvSpPr>
          <p:spPr bwMode="gray">
            <a:xfrm>
              <a:off x="1705420" y="3848965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순서도: 지연 37">
              <a:extLst>
                <a:ext uri="{FF2B5EF4-FFF2-40B4-BE49-F238E27FC236}">
                  <a16:creationId xmlns:a16="http://schemas.microsoft.com/office/drawing/2014/main" id="{DDF12F84-C736-3806-E4F2-9E0AA648ADF8}"/>
                </a:ext>
              </a:extLst>
            </p:cNvPr>
            <p:cNvSpPr/>
            <p:nvPr/>
          </p:nvSpPr>
          <p:spPr bwMode="gray">
            <a:xfrm rot="5400000">
              <a:off x="1921444" y="3634713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A8AE1A36-5102-02A9-3B1D-FDC5431997BB}"/>
                </a:ext>
              </a:extLst>
            </p:cNvPr>
            <p:cNvCxnSpPr>
              <a:stCxn id="38" idx="3"/>
            </p:cNvCxnSpPr>
            <p:nvPr/>
          </p:nvCxnSpPr>
          <p:spPr>
            <a:xfrm>
              <a:off x="1993452" y="3778729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86F1BBE2-5D38-8037-172E-730E861EDC58}"/>
                </a:ext>
              </a:extLst>
            </p:cNvPr>
            <p:cNvCxnSpPr>
              <a:cxnSpLocks/>
            </p:cNvCxnSpPr>
            <p:nvPr/>
          </p:nvCxnSpPr>
          <p:spPr>
            <a:xfrm>
              <a:off x="1959585" y="3499165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D61FBBAC-3FE2-F9BE-C5FA-AC4008C4A2E3}"/>
                </a:ext>
              </a:extLst>
            </p:cNvPr>
            <p:cNvCxnSpPr>
              <a:cxnSpLocks/>
              <a:endCxn id="37" idx="3"/>
            </p:cNvCxnSpPr>
            <p:nvPr/>
          </p:nvCxnSpPr>
          <p:spPr>
            <a:xfrm flipH="1">
              <a:off x="2065460" y="4028985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9A2E4579-3CD8-1F72-5C69-6B87FE0658DC}"/>
                </a:ext>
              </a:extLst>
            </p:cNvPr>
            <p:cNvCxnSpPr>
              <a:cxnSpLocks/>
            </p:cNvCxnSpPr>
            <p:nvPr/>
          </p:nvCxnSpPr>
          <p:spPr>
            <a:xfrm>
              <a:off x="1777428" y="4209005"/>
              <a:ext cx="0" cy="2982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B51CB5D-A0B1-5CE8-41AF-B80C7069C1E2}"/>
                </a:ext>
              </a:extLst>
            </p:cNvPr>
            <p:cNvSpPr/>
            <p:nvPr/>
          </p:nvSpPr>
          <p:spPr bwMode="gray">
            <a:xfrm>
              <a:off x="2420885" y="3848965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순서도: 지연 47">
              <a:extLst>
                <a:ext uri="{FF2B5EF4-FFF2-40B4-BE49-F238E27FC236}">
                  <a16:creationId xmlns:a16="http://schemas.microsoft.com/office/drawing/2014/main" id="{34729915-1C1A-B0EE-2458-8CD107406CE1}"/>
                </a:ext>
              </a:extLst>
            </p:cNvPr>
            <p:cNvSpPr/>
            <p:nvPr/>
          </p:nvSpPr>
          <p:spPr bwMode="gray">
            <a:xfrm rot="5400000">
              <a:off x="2636909" y="3634713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B446E390-C2F5-CCE2-00BF-6822B3B201F8}"/>
                </a:ext>
              </a:extLst>
            </p:cNvPr>
            <p:cNvCxnSpPr>
              <a:stCxn id="48" idx="3"/>
            </p:cNvCxnSpPr>
            <p:nvPr/>
          </p:nvCxnSpPr>
          <p:spPr>
            <a:xfrm>
              <a:off x="2708917" y="3778729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69C60925-0B3D-F5BC-5B16-B58BB5059F63}"/>
                </a:ext>
              </a:extLst>
            </p:cNvPr>
            <p:cNvCxnSpPr>
              <a:cxnSpLocks/>
            </p:cNvCxnSpPr>
            <p:nvPr/>
          </p:nvCxnSpPr>
          <p:spPr>
            <a:xfrm>
              <a:off x="2675050" y="3499165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F7979020-3A50-6F14-1349-6F5405CB92AB}"/>
                </a:ext>
              </a:extLst>
            </p:cNvPr>
            <p:cNvCxnSpPr>
              <a:cxnSpLocks/>
              <a:endCxn id="47" idx="3"/>
            </p:cNvCxnSpPr>
            <p:nvPr/>
          </p:nvCxnSpPr>
          <p:spPr>
            <a:xfrm flipH="1">
              <a:off x="2780925" y="4028985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D4AC9EE7-39D7-A757-DF32-9B881E460665}"/>
                </a:ext>
              </a:extLst>
            </p:cNvPr>
            <p:cNvCxnSpPr>
              <a:cxnSpLocks/>
            </p:cNvCxnSpPr>
            <p:nvPr/>
          </p:nvCxnSpPr>
          <p:spPr>
            <a:xfrm>
              <a:off x="2492893" y="4209005"/>
              <a:ext cx="0" cy="2982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0ED53118-A32C-4889-8384-AD801A5F5B0C}"/>
                </a:ext>
              </a:extLst>
            </p:cNvPr>
            <p:cNvSpPr/>
            <p:nvPr/>
          </p:nvSpPr>
          <p:spPr bwMode="gray">
            <a:xfrm>
              <a:off x="3136348" y="3848965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순서도: 지연 56">
              <a:extLst>
                <a:ext uri="{FF2B5EF4-FFF2-40B4-BE49-F238E27FC236}">
                  <a16:creationId xmlns:a16="http://schemas.microsoft.com/office/drawing/2014/main" id="{D1AACFD2-C424-D35F-EE89-920C80647D89}"/>
                </a:ext>
              </a:extLst>
            </p:cNvPr>
            <p:cNvSpPr/>
            <p:nvPr/>
          </p:nvSpPr>
          <p:spPr bwMode="gray">
            <a:xfrm rot="5400000">
              <a:off x="3352372" y="3634713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4E573DC-476D-A7DF-F6A1-6F9CB1304510}"/>
                </a:ext>
              </a:extLst>
            </p:cNvPr>
            <p:cNvCxnSpPr>
              <a:stCxn id="57" idx="3"/>
            </p:cNvCxnSpPr>
            <p:nvPr/>
          </p:nvCxnSpPr>
          <p:spPr>
            <a:xfrm>
              <a:off x="3424380" y="3778729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F1604D31-DA9F-7108-E0A3-6BEC70E02958}"/>
                </a:ext>
              </a:extLst>
            </p:cNvPr>
            <p:cNvCxnSpPr>
              <a:cxnSpLocks/>
            </p:cNvCxnSpPr>
            <p:nvPr/>
          </p:nvCxnSpPr>
          <p:spPr>
            <a:xfrm>
              <a:off x="3390513" y="3499165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58" name="그룹 18557">
              <a:extLst>
                <a:ext uri="{FF2B5EF4-FFF2-40B4-BE49-F238E27FC236}">
                  <a16:creationId xmlns:a16="http://schemas.microsoft.com/office/drawing/2014/main" id="{FF688B05-F1B6-AC8D-7056-D4F0B60F4D40}"/>
                </a:ext>
              </a:extLst>
            </p:cNvPr>
            <p:cNvGrpSpPr/>
            <p:nvPr/>
          </p:nvGrpSpPr>
          <p:grpSpPr>
            <a:xfrm>
              <a:off x="1307240" y="3463300"/>
              <a:ext cx="2151008" cy="169641"/>
              <a:chOff x="1307240" y="3499165"/>
              <a:chExt cx="2151008" cy="133776"/>
            </a:xfrm>
          </p:grpSpPr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667E35F9-5FDB-5C32-9A55-558BDBB0EA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7240" y="3499165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8DF3AE6C-2A20-FFE7-839F-36E05FBCB7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7320" y="3499165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화살표 연결선 50">
                <a:extLst>
                  <a:ext uri="{FF2B5EF4-FFF2-40B4-BE49-F238E27FC236}">
                    <a16:creationId xmlns:a16="http://schemas.microsoft.com/office/drawing/2014/main" id="{2E865973-9B40-D199-EA0E-B3125266F8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2785" y="3499165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>
                <a:extLst>
                  <a:ext uri="{FF2B5EF4-FFF2-40B4-BE49-F238E27FC236}">
                    <a16:creationId xmlns:a16="http://schemas.microsoft.com/office/drawing/2014/main" id="{4A42073D-3616-FA4B-A63F-846413DCD1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8248" y="3499165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E0F6EE41-C6AF-08DD-B043-1B5C928DE276}"/>
                </a:ext>
              </a:extLst>
            </p:cNvPr>
            <p:cNvCxnSpPr>
              <a:cxnSpLocks/>
            </p:cNvCxnSpPr>
            <p:nvPr/>
          </p:nvCxnSpPr>
          <p:spPr>
            <a:xfrm>
              <a:off x="3208356" y="4209005"/>
              <a:ext cx="0" cy="2982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1B7260BF-0B7D-76E0-C1A3-CC33B9A06EEC}"/>
                </a:ext>
              </a:extLst>
            </p:cNvPr>
            <p:cNvCxnSpPr>
              <a:cxnSpLocks/>
            </p:cNvCxnSpPr>
            <p:nvPr/>
          </p:nvCxnSpPr>
          <p:spPr>
            <a:xfrm>
              <a:off x="1777428" y="3420457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3911DFA8-322C-581B-80AA-D1E4F0C3BBC1}"/>
                </a:ext>
              </a:extLst>
            </p:cNvPr>
            <p:cNvCxnSpPr>
              <a:cxnSpLocks/>
            </p:cNvCxnSpPr>
            <p:nvPr/>
          </p:nvCxnSpPr>
          <p:spPr>
            <a:xfrm>
              <a:off x="2492893" y="3420457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EECE06CD-A583-3C14-DA17-7FA5A290AF04}"/>
                </a:ext>
              </a:extLst>
            </p:cNvPr>
            <p:cNvCxnSpPr>
              <a:cxnSpLocks/>
            </p:cNvCxnSpPr>
            <p:nvPr/>
          </p:nvCxnSpPr>
          <p:spPr>
            <a:xfrm>
              <a:off x="3208356" y="3420457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74" name="직사각형 18473">
              <a:extLst>
                <a:ext uri="{FF2B5EF4-FFF2-40B4-BE49-F238E27FC236}">
                  <a16:creationId xmlns:a16="http://schemas.microsoft.com/office/drawing/2014/main" id="{70E974D9-22CC-0C51-8AC4-1FC7A308703D}"/>
                </a:ext>
              </a:extLst>
            </p:cNvPr>
            <p:cNvSpPr/>
            <p:nvPr/>
          </p:nvSpPr>
          <p:spPr bwMode="gray">
            <a:xfrm>
              <a:off x="1698638" y="3059531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75" name="순서도: 지연 18474">
              <a:extLst>
                <a:ext uri="{FF2B5EF4-FFF2-40B4-BE49-F238E27FC236}">
                  <a16:creationId xmlns:a16="http://schemas.microsoft.com/office/drawing/2014/main" id="{CCBF5742-9650-8E1A-4931-ACDFB6B9678F}"/>
                </a:ext>
              </a:extLst>
            </p:cNvPr>
            <p:cNvSpPr/>
            <p:nvPr/>
          </p:nvSpPr>
          <p:spPr bwMode="gray">
            <a:xfrm rot="5400000">
              <a:off x="1914662" y="2845279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476" name="직선 연결선 18475">
              <a:extLst>
                <a:ext uri="{FF2B5EF4-FFF2-40B4-BE49-F238E27FC236}">
                  <a16:creationId xmlns:a16="http://schemas.microsoft.com/office/drawing/2014/main" id="{42E87465-FF5C-B880-9895-70793DE25919}"/>
                </a:ext>
              </a:extLst>
            </p:cNvPr>
            <p:cNvCxnSpPr>
              <a:stCxn id="18475" idx="3"/>
            </p:cNvCxnSpPr>
            <p:nvPr/>
          </p:nvCxnSpPr>
          <p:spPr>
            <a:xfrm>
              <a:off x="1986670" y="2989295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77" name="직선 화살표 연결선 18476">
              <a:extLst>
                <a:ext uri="{FF2B5EF4-FFF2-40B4-BE49-F238E27FC236}">
                  <a16:creationId xmlns:a16="http://schemas.microsoft.com/office/drawing/2014/main" id="{52A051DE-3259-B430-D490-25778D6D3139}"/>
                </a:ext>
              </a:extLst>
            </p:cNvPr>
            <p:cNvCxnSpPr>
              <a:cxnSpLocks/>
            </p:cNvCxnSpPr>
            <p:nvPr/>
          </p:nvCxnSpPr>
          <p:spPr>
            <a:xfrm>
              <a:off x="1952803" y="2709731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79" name="직선 화살표 연결선 18478">
              <a:extLst>
                <a:ext uri="{FF2B5EF4-FFF2-40B4-BE49-F238E27FC236}">
                  <a16:creationId xmlns:a16="http://schemas.microsoft.com/office/drawing/2014/main" id="{D7B8FF5F-CA94-D6DD-F051-85BF7F6853A1}"/>
                </a:ext>
              </a:extLst>
            </p:cNvPr>
            <p:cNvCxnSpPr>
              <a:cxnSpLocks/>
              <a:endCxn id="18474" idx="3"/>
            </p:cNvCxnSpPr>
            <p:nvPr/>
          </p:nvCxnSpPr>
          <p:spPr>
            <a:xfrm flipH="1">
              <a:off x="2058678" y="3239551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82" name="직사각형 18481">
              <a:extLst>
                <a:ext uri="{FF2B5EF4-FFF2-40B4-BE49-F238E27FC236}">
                  <a16:creationId xmlns:a16="http://schemas.microsoft.com/office/drawing/2014/main" id="{0E910EC4-84FA-F5E3-9901-17D5A0F6D65F}"/>
                </a:ext>
              </a:extLst>
            </p:cNvPr>
            <p:cNvSpPr/>
            <p:nvPr/>
          </p:nvSpPr>
          <p:spPr bwMode="gray">
            <a:xfrm>
              <a:off x="2418718" y="3059531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83" name="순서도: 지연 18482">
              <a:extLst>
                <a:ext uri="{FF2B5EF4-FFF2-40B4-BE49-F238E27FC236}">
                  <a16:creationId xmlns:a16="http://schemas.microsoft.com/office/drawing/2014/main" id="{CA073678-CB20-460B-64D9-DBB2BF91578D}"/>
                </a:ext>
              </a:extLst>
            </p:cNvPr>
            <p:cNvSpPr/>
            <p:nvPr/>
          </p:nvSpPr>
          <p:spPr bwMode="gray">
            <a:xfrm rot="5400000">
              <a:off x="2634742" y="2845279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484" name="직선 연결선 18483">
              <a:extLst>
                <a:ext uri="{FF2B5EF4-FFF2-40B4-BE49-F238E27FC236}">
                  <a16:creationId xmlns:a16="http://schemas.microsoft.com/office/drawing/2014/main" id="{AE35600F-3250-C57C-118C-BF1650A170D9}"/>
                </a:ext>
              </a:extLst>
            </p:cNvPr>
            <p:cNvCxnSpPr>
              <a:stCxn id="18483" idx="3"/>
            </p:cNvCxnSpPr>
            <p:nvPr/>
          </p:nvCxnSpPr>
          <p:spPr>
            <a:xfrm>
              <a:off x="2706750" y="2989295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5" name="직선 화살표 연결선 18484">
              <a:extLst>
                <a:ext uri="{FF2B5EF4-FFF2-40B4-BE49-F238E27FC236}">
                  <a16:creationId xmlns:a16="http://schemas.microsoft.com/office/drawing/2014/main" id="{59495D5E-6DD4-D256-1E12-16DDB4C5DC9E}"/>
                </a:ext>
              </a:extLst>
            </p:cNvPr>
            <p:cNvCxnSpPr>
              <a:cxnSpLocks/>
            </p:cNvCxnSpPr>
            <p:nvPr/>
          </p:nvCxnSpPr>
          <p:spPr>
            <a:xfrm>
              <a:off x="2672883" y="2709731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7" name="직선 화살표 연결선 18486">
              <a:extLst>
                <a:ext uri="{FF2B5EF4-FFF2-40B4-BE49-F238E27FC236}">
                  <a16:creationId xmlns:a16="http://schemas.microsoft.com/office/drawing/2014/main" id="{904D3EC7-509C-2075-6216-950731DB9303}"/>
                </a:ext>
              </a:extLst>
            </p:cNvPr>
            <p:cNvCxnSpPr>
              <a:cxnSpLocks/>
              <a:endCxn id="18482" idx="3"/>
            </p:cNvCxnSpPr>
            <p:nvPr/>
          </p:nvCxnSpPr>
          <p:spPr>
            <a:xfrm flipH="1">
              <a:off x="2778758" y="3239551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89" name="직사각형 18488">
              <a:extLst>
                <a:ext uri="{FF2B5EF4-FFF2-40B4-BE49-F238E27FC236}">
                  <a16:creationId xmlns:a16="http://schemas.microsoft.com/office/drawing/2014/main" id="{FE3FBD5E-9D38-F94F-F8E9-209860AA8054}"/>
                </a:ext>
              </a:extLst>
            </p:cNvPr>
            <p:cNvSpPr/>
            <p:nvPr/>
          </p:nvSpPr>
          <p:spPr bwMode="gray">
            <a:xfrm>
              <a:off x="3134183" y="3059531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90" name="순서도: 지연 18489">
              <a:extLst>
                <a:ext uri="{FF2B5EF4-FFF2-40B4-BE49-F238E27FC236}">
                  <a16:creationId xmlns:a16="http://schemas.microsoft.com/office/drawing/2014/main" id="{63408122-5337-C1B8-5300-0441F9400BEA}"/>
                </a:ext>
              </a:extLst>
            </p:cNvPr>
            <p:cNvSpPr/>
            <p:nvPr/>
          </p:nvSpPr>
          <p:spPr bwMode="gray">
            <a:xfrm rot="5400000">
              <a:off x="3350207" y="2845279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491" name="직선 연결선 18490">
              <a:extLst>
                <a:ext uri="{FF2B5EF4-FFF2-40B4-BE49-F238E27FC236}">
                  <a16:creationId xmlns:a16="http://schemas.microsoft.com/office/drawing/2014/main" id="{B81D4F6F-205C-7281-AC14-07F0458650AC}"/>
                </a:ext>
              </a:extLst>
            </p:cNvPr>
            <p:cNvCxnSpPr>
              <a:stCxn id="18490" idx="3"/>
            </p:cNvCxnSpPr>
            <p:nvPr/>
          </p:nvCxnSpPr>
          <p:spPr>
            <a:xfrm>
              <a:off x="3422215" y="2989295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92" name="직선 화살표 연결선 18491">
              <a:extLst>
                <a:ext uri="{FF2B5EF4-FFF2-40B4-BE49-F238E27FC236}">
                  <a16:creationId xmlns:a16="http://schemas.microsoft.com/office/drawing/2014/main" id="{42E59809-6880-2FEE-C044-2B427940B127}"/>
                </a:ext>
              </a:extLst>
            </p:cNvPr>
            <p:cNvCxnSpPr>
              <a:cxnSpLocks/>
            </p:cNvCxnSpPr>
            <p:nvPr/>
          </p:nvCxnSpPr>
          <p:spPr>
            <a:xfrm>
              <a:off x="3388348" y="2709731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94" name="직선 화살표 연결선 18493">
              <a:extLst>
                <a:ext uri="{FF2B5EF4-FFF2-40B4-BE49-F238E27FC236}">
                  <a16:creationId xmlns:a16="http://schemas.microsoft.com/office/drawing/2014/main" id="{A3C687AF-6366-090D-B276-5C3668D51BC3}"/>
                </a:ext>
              </a:extLst>
            </p:cNvPr>
            <p:cNvCxnSpPr>
              <a:cxnSpLocks/>
              <a:endCxn id="18489" idx="3"/>
            </p:cNvCxnSpPr>
            <p:nvPr/>
          </p:nvCxnSpPr>
          <p:spPr>
            <a:xfrm flipH="1">
              <a:off x="3494223" y="3239551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96" name="직사각형 18495">
              <a:extLst>
                <a:ext uri="{FF2B5EF4-FFF2-40B4-BE49-F238E27FC236}">
                  <a16:creationId xmlns:a16="http://schemas.microsoft.com/office/drawing/2014/main" id="{96176AB8-72BA-5707-9F07-ED314A1C5271}"/>
                </a:ext>
              </a:extLst>
            </p:cNvPr>
            <p:cNvSpPr/>
            <p:nvPr/>
          </p:nvSpPr>
          <p:spPr bwMode="gray">
            <a:xfrm>
              <a:off x="3849646" y="3059531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97" name="순서도: 지연 18496">
              <a:extLst>
                <a:ext uri="{FF2B5EF4-FFF2-40B4-BE49-F238E27FC236}">
                  <a16:creationId xmlns:a16="http://schemas.microsoft.com/office/drawing/2014/main" id="{9E7408B6-EE47-74EA-7B81-9B8949CCB5EE}"/>
                </a:ext>
              </a:extLst>
            </p:cNvPr>
            <p:cNvSpPr/>
            <p:nvPr/>
          </p:nvSpPr>
          <p:spPr bwMode="gray">
            <a:xfrm rot="5400000">
              <a:off x="4065670" y="2845279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498" name="직선 연결선 18497">
              <a:extLst>
                <a:ext uri="{FF2B5EF4-FFF2-40B4-BE49-F238E27FC236}">
                  <a16:creationId xmlns:a16="http://schemas.microsoft.com/office/drawing/2014/main" id="{3F5AA35F-3A8F-F69A-5688-057D982622A7}"/>
                </a:ext>
              </a:extLst>
            </p:cNvPr>
            <p:cNvCxnSpPr>
              <a:stCxn id="18497" idx="3"/>
            </p:cNvCxnSpPr>
            <p:nvPr/>
          </p:nvCxnSpPr>
          <p:spPr>
            <a:xfrm>
              <a:off x="4137678" y="2989295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99" name="직선 화살표 연결선 18498">
              <a:extLst>
                <a:ext uri="{FF2B5EF4-FFF2-40B4-BE49-F238E27FC236}">
                  <a16:creationId xmlns:a16="http://schemas.microsoft.com/office/drawing/2014/main" id="{80BA27F5-E732-1345-993B-5F8516ABCA85}"/>
                </a:ext>
              </a:extLst>
            </p:cNvPr>
            <p:cNvCxnSpPr>
              <a:cxnSpLocks/>
            </p:cNvCxnSpPr>
            <p:nvPr/>
          </p:nvCxnSpPr>
          <p:spPr>
            <a:xfrm>
              <a:off x="4103811" y="2709731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56" name="그룹 18555">
              <a:extLst>
                <a:ext uri="{FF2B5EF4-FFF2-40B4-BE49-F238E27FC236}">
                  <a16:creationId xmlns:a16="http://schemas.microsoft.com/office/drawing/2014/main" id="{7D25B96A-5589-7E5B-2524-B2129AAB388D}"/>
                </a:ext>
              </a:extLst>
            </p:cNvPr>
            <p:cNvGrpSpPr/>
            <p:nvPr/>
          </p:nvGrpSpPr>
          <p:grpSpPr>
            <a:xfrm>
              <a:off x="2020538" y="2669083"/>
              <a:ext cx="2151008" cy="174424"/>
              <a:chOff x="2020538" y="2709731"/>
              <a:chExt cx="2151008" cy="133776"/>
            </a:xfrm>
          </p:grpSpPr>
          <p:cxnSp>
            <p:nvCxnSpPr>
              <p:cNvPr id="18478" name="직선 화살표 연결선 18477">
                <a:extLst>
                  <a:ext uri="{FF2B5EF4-FFF2-40B4-BE49-F238E27FC236}">
                    <a16:creationId xmlns:a16="http://schemas.microsoft.com/office/drawing/2014/main" id="{2C8F3B2D-806F-4FAD-A25D-FCBC08C25E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0538" y="270973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86" name="직선 화살표 연결선 18485">
                <a:extLst>
                  <a:ext uri="{FF2B5EF4-FFF2-40B4-BE49-F238E27FC236}">
                    <a16:creationId xmlns:a16="http://schemas.microsoft.com/office/drawing/2014/main" id="{0F13D9A9-BF9B-53B3-A9CF-012DB1A212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0618" y="270973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93" name="직선 화살표 연결선 18492">
                <a:extLst>
                  <a:ext uri="{FF2B5EF4-FFF2-40B4-BE49-F238E27FC236}">
                    <a16:creationId xmlns:a16="http://schemas.microsoft.com/office/drawing/2014/main" id="{FBB9CF55-670B-3176-3FC8-123D909773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6083" y="270973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00" name="직선 화살표 연결선 18499">
                <a:extLst>
                  <a:ext uri="{FF2B5EF4-FFF2-40B4-BE49-F238E27FC236}">
                    <a16:creationId xmlns:a16="http://schemas.microsoft.com/office/drawing/2014/main" id="{DC952A1C-A838-D033-CE29-65B74A5720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1546" y="270973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504" name="직선 화살표 연결선 18503">
              <a:extLst>
                <a:ext uri="{FF2B5EF4-FFF2-40B4-BE49-F238E27FC236}">
                  <a16:creationId xmlns:a16="http://schemas.microsoft.com/office/drawing/2014/main" id="{91057D32-D82C-C978-E768-82E8B6547BEE}"/>
                </a:ext>
              </a:extLst>
            </p:cNvPr>
            <p:cNvCxnSpPr>
              <a:cxnSpLocks/>
            </p:cNvCxnSpPr>
            <p:nvPr/>
          </p:nvCxnSpPr>
          <p:spPr>
            <a:xfrm>
              <a:off x="2490726" y="2631023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5" name="직선 화살표 연결선 18504">
              <a:extLst>
                <a:ext uri="{FF2B5EF4-FFF2-40B4-BE49-F238E27FC236}">
                  <a16:creationId xmlns:a16="http://schemas.microsoft.com/office/drawing/2014/main" id="{85326BA4-9244-5B6F-EDF6-9661BC574010}"/>
                </a:ext>
              </a:extLst>
            </p:cNvPr>
            <p:cNvCxnSpPr>
              <a:cxnSpLocks/>
            </p:cNvCxnSpPr>
            <p:nvPr/>
          </p:nvCxnSpPr>
          <p:spPr>
            <a:xfrm>
              <a:off x="3206191" y="2631023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6" name="직선 화살표 연결선 18505">
              <a:extLst>
                <a:ext uri="{FF2B5EF4-FFF2-40B4-BE49-F238E27FC236}">
                  <a16:creationId xmlns:a16="http://schemas.microsoft.com/office/drawing/2014/main" id="{C08D95AC-31A5-FFD9-E7D5-3BC7C7AE914B}"/>
                </a:ext>
              </a:extLst>
            </p:cNvPr>
            <p:cNvCxnSpPr>
              <a:cxnSpLocks/>
            </p:cNvCxnSpPr>
            <p:nvPr/>
          </p:nvCxnSpPr>
          <p:spPr>
            <a:xfrm>
              <a:off x="3921654" y="2631023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49" name="직선 화살표 연결선 18548">
              <a:extLst>
                <a:ext uri="{FF2B5EF4-FFF2-40B4-BE49-F238E27FC236}">
                  <a16:creationId xmlns:a16="http://schemas.microsoft.com/office/drawing/2014/main" id="{5BA5BBBF-870A-3318-17A8-99AA34A0857D}"/>
                </a:ext>
              </a:extLst>
            </p:cNvPr>
            <p:cNvCxnSpPr>
              <a:cxnSpLocks/>
            </p:cNvCxnSpPr>
            <p:nvPr/>
          </p:nvCxnSpPr>
          <p:spPr>
            <a:xfrm>
              <a:off x="3921654" y="3418687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08" name="직사각형 18507">
              <a:extLst>
                <a:ext uri="{FF2B5EF4-FFF2-40B4-BE49-F238E27FC236}">
                  <a16:creationId xmlns:a16="http://schemas.microsoft.com/office/drawing/2014/main" id="{B3AC5EDA-A859-255D-471C-1C246C519FF9}"/>
                </a:ext>
              </a:extLst>
            </p:cNvPr>
            <p:cNvSpPr/>
            <p:nvPr/>
          </p:nvSpPr>
          <p:spPr bwMode="gray">
            <a:xfrm>
              <a:off x="2403528" y="2269030"/>
              <a:ext cx="360040" cy="3600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09" name="순서도: 지연 18508">
              <a:extLst>
                <a:ext uri="{FF2B5EF4-FFF2-40B4-BE49-F238E27FC236}">
                  <a16:creationId xmlns:a16="http://schemas.microsoft.com/office/drawing/2014/main" id="{417C0939-F1BF-297A-BA30-7C3A743300BA}"/>
                </a:ext>
              </a:extLst>
            </p:cNvPr>
            <p:cNvSpPr/>
            <p:nvPr/>
          </p:nvSpPr>
          <p:spPr bwMode="gray">
            <a:xfrm rot="5400000">
              <a:off x="2619552" y="2054778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510" name="직선 연결선 18509">
              <a:extLst>
                <a:ext uri="{FF2B5EF4-FFF2-40B4-BE49-F238E27FC236}">
                  <a16:creationId xmlns:a16="http://schemas.microsoft.com/office/drawing/2014/main" id="{EDF68956-9D35-7068-B9F7-354DC577C1F7}"/>
                </a:ext>
              </a:extLst>
            </p:cNvPr>
            <p:cNvCxnSpPr>
              <a:stCxn id="18509" idx="3"/>
            </p:cNvCxnSpPr>
            <p:nvPr/>
          </p:nvCxnSpPr>
          <p:spPr>
            <a:xfrm>
              <a:off x="2691560" y="2198794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11" name="직선 화살표 연결선 18510">
              <a:extLst>
                <a:ext uri="{FF2B5EF4-FFF2-40B4-BE49-F238E27FC236}">
                  <a16:creationId xmlns:a16="http://schemas.microsoft.com/office/drawing/2014/main" id="{36D7D38A-B56B-0642-668B-4F1628CC406B}"/>
                </a:ext>
              </a:extLst>
            </p:cNvPr>
            <p:cNvCxnSpPr>
              <a:cxnSpLocks/>
            </p:cNvCxnSpPr>
            <p:nvPr/>
          </p:nvCxnSpPr>
          <p:spPr>
            <a:xfrm>
              <a:off x="2657693" y="1919230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13" name="직선 화살표 연결선 18512">
              <a:extLst>
                <a:ext uri="{FF2B5EF4-FFF2-40B4-BE49-F238E27FC236}">
                  <a16:creationId xmlns:a16="http://schemas.microsoft.com/office/drawing/2014/main" id="{4C56FCE1-28E2-78BB-4864-BC2314FF90A9}"/>
                </a:ext>
              </a:extLst>
            </p:cNvPr>
            <p:cNvCxnSpPr>
              <a:cxnSpLocks/>
              <a:endCxn id="18508" idx="3"/>
            </p:cNvCxnSpPr>
            <p:nvPr/>
          </p:nvCxnSpPr>
          <p:spPr>
            <a:xfrm flipH="1">
              <a:off x="2763568" y="2449050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5" name="직사각형 18514">
              <a:extLst>
                <a:ext uri="{FF2B5EF4-FFF2-40B4-BE49-F238E27FC236}">
                  <a16:creationId xmlns:a16="http://schemas.microsoft.com/office/drawing/2014/main" id="{FF2B2A5A-07FE-1F29-5FDB-F614838B082C}"/>
                </a:ext>
              </a:extLst>
            </p:cNvPr>
            <p:cNvSpPr/>
            <p:nvPr/>
          </p:nvSpPr>
          <p:spPr bwMode="gray">
            <a:xfrm>
              <a:off x="3123608" y="2269030"/>
              <a:ext cx="360040" cy="3600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16" name="순서도: 지연 18515">
              <a:extLst>
                <a:ext uri="{FF2B5EF4-FFF2-40B4-BE49-F238E27FC236}">
                  <a16:creationId xmlns:a16="http://schemas.microsoft.com/office/drawing/2014/main" id="{78535DE3-F039-0481-D40C-5A003D4C7EFB}"/>
                </a:ext>
              </a:extLst>
            </p:cNvPr>
            <p:cNvSpPr/>
            <p:nvPr/>
          </p:nvSpPr>
          <p:spPr bwMode="gray">
            <a:xfrm rot="5400000">
              <a:off x="3339632" y="2054778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517" name="직선 연결선 18516">
              <a:extLst>
                <a:ext uri="{FF2B5EF4-FFF2-40B4-BE49-F238E27FC236}">
                  <a16:creationId xmlns:a16="http://schemas.microsoft.com/office/drawing/2014/main" id="{026157AE-DDE4-1C76-39B0-8D76CDBAA031}"/>
                </a:ext>
              </a:extLst>
            </p:cNvPr>
            <p:cNvCxnSpPr>
              <a:stCxn id="18516" idx="3"/>
            </p:cNvCxnSpPr>
            <p:nvPr/>
          </p:nvCxnSpPr>
          <p:spPr>
            <a:xfrm>
              <a:off x="3411640" y="2198794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18" name="직선 화살표 연결선 18517">
              <a:extLst>
                <a:ext uri="{FF2B5EF4-FFF2-40B4-BE49-F238E27FC236}">
                  <a16:creationId xmlns:a16="http://schemas.microsoft.com/office/drawing/2014/main" id="{A895AD54-C458-C3E2-161A-AA14A2709AAB}"/>
                </a:ext>
              </a:extLst>
            </p:cNvPr>
            <p:cNvCxnSpPr>
              <a:cxnSpLocks/>
            </p:cNvCxnSpPr>
            <p:nvPr/>
          </p:nvCxnSpPr>
          <p:spPr>
            <a:xfrm>
              <a:off x="3377773" y="1919230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20" name="직선 화살표 연결선 18519">
              <a:extLst>
                <a:ext uri="{FF2B5EF4-FFF2-40B4-BE49-F238E27FC236}">
                  <a16:creationId xmlns:a16="http://schemas.microsoft.com/office/drawing/2014/main" id="{43174ACD-DF40-83E3-2B20-1914A09FF1E0}"/>
                </a:ext>
              </a:extLst>
            </p:cNvPr>
            <p:cNvCxnSpPr>
              <a:cxnSpLocks/>
              <a:endCxn id="18515" idx="3"/>
            </p:cNvCxnSpPr>
            <p:nvPr/>
          </p:nvCxnSpPr>
          <p:spPr>
            <a:xfrm flipH="1">
              <a:off x="3483648" y="2449050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21" name="직사각형 18520">
              <a:extLst>
                <a:ext uri="{FF2B5EF4-FFF2-40B4-BE49-F238E27FC236}">
                  <a16:creationId xmlns:a16="http://schemas.microsoft.com/office/drawing/2014/main" id="{6B46B85A-298A-75ED-9ABF-B1F84607B534}"/>
                </a:ext>
              </a:extLst>
            </p:cNvPr>
            <p:cNvSpPr/>
            <p:nvPr/>
          </p:nvSpPr>
          <p:spPr bwMode="gray">
            <a:xfrm>
              <a:off x="3839073" y="2269030"/>
              <a:ext cx="360040" cy="3600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22" name="순서도: 지연 18521">
              <a:extLst>
                <a:ext uri="{FF2B5EF4-FFF2-40B4-BE49-F238E27FC236}">
                  <a16:creationId xmlns:a16="http://schemas.microsoft.com/office/drawing/2014/main" id="{A1ECD6D6-083B-DBDF-D9B2-2E327790916D}"/>
                </a:ext>
              </a:extLst>
            </p:cNvPr>
            <p:cNvSpPr/>
            <p:nvPr/>
          </p:nvSpPr>
          <p:spPr bwMode="gray">
            <a:xfrm rot="5400000">
              <a:off x="4055097" y="2054778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523" name="직선 연결선 18522">
              <a:extLst>
                <a:ext uri="{FF2B5EF4-FFF2-40B4-BE49-F238E27FC236}">
                  <a16:creationId xmlns:a16="http://schemas.microsoft.com/office/drawing/2014/main" id="{7C07B47F-85A5-5E88-3934-B7116995DCF0}"/>
                </a:ext>
              </a:extLst>
            </p:cNvPr>
            <p:cNvCxnSpPr>
              <a:stCxn id="18522" idx="3"/>
            </p:cNvCxnSpPr>
            <p:nvPr/>
          </p:nvCxnSpPr>
          <p:spPr>
            <a:xfrm>
              <a:off x="4127105" y="2198794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24" name="직선 화살표 연결선 18523">
              <a:extLst>
                <a:ext uri="{FF2B5EF4-FFF2-40B4-BE49-F238E27FC236}">
                  <a16:creationId xmlns:a16="http://schemas.microsoft.com/office/drawing/2014/main" id="{AB30BCF5-1755-CFDE-2CEC-797D432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4093238" y="1919230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26" name="직선 화살표 연결선 18525">
              <a:extLst>
                <a:ext uri="{FF2B5EF4-FFF2-40B4-BE49-F238E27FC236}">
                  <a16:creationId xmlns:a16="http://schemas.microsoft.com/office/drawing/2014/main" id="{A3BFBDED-D1F2-C9A9-E57B-69271E473041}"/>
                </a:ext>
              </a:extLst>
            </p:cNvPr>
            <p:cNvCxnSpPr>
              <a:cxnSpLocks/>
              <a:endCxn id="18521" idx="3"/>
            </p:cNvCxnSpPr>
            <p:nvPr/>
          </p:nvCxnSpPr>
          <p:spPr>
            <a:xfrm flipH="1">
              <a:off x="4199113" y="2449050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27" name="직사각형 18526">
              <a:extLst>
                <a:ext uri="{FF2B5EF4-FFF2-40B4-BE49-F238E27FC236}">
                  <a16:creationId xmlns:a16="http://schemas.microsoft.com/office/drawing/2014/main" id="{68770E00-2C25-CAB2-D977-56D0B3E3148A}"/>
                </a:ext>
              </a:extLst>
            </p:cNvPr>
            <p:cNvSpPr/>
            <p:nvPr/>
          </p:nvSpPr>
          <p:spPr bwMode="gray">
            <a:xfrm>
              <a:off x="4554536" y="2269030"/>
              <a:ext cx="360040" cy="3600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28" name="순서도: 지연 18527">
              <a:extLst>
                <a:ext uri="{FF2B5EF4-FFF2-40B4-BE49-F238E27FC236}">
                  <a16:creationId xmlns:a16="http://schemas.microsoft.com/office/drawing/2014/main" id="{B330B09A-480B-5BF2-D3FD-835A4DE5D07B}"/>
                </a:ext>
              </a:extLst>
            </p:cNvPr>
            <p:cNvSpPr/>
            <p:nvPr/>
          </p:nvSpPr>
          <p:spPr bwMode="gray">
            <a:xfrm rot="5400000">
              <a:off x="4770560" y="2054778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529" name="직선 연결선 18528">
              <a:extLst>
                <a:ext uri="{FF2B5EF4-FFF2-40B4-BE49-F238E27FC236}">
                  <a16:creationId xmlns:a16="http://schemas.microsoft.com/office/drawing/2014/main" id="{D226DD23-2001-66BA-F3F8-230B527793D4}"/>
                </a:ext>
              </a:extLst>
            </p:cNvPr>
            <p:cNvCxnSpPr>
              <a:stCxn id="18528" idx="3"/>
            </p:cNvCxnSpPr>
            <p:nvPr/>
          </p:nvCxnSpPr>
          <p:spPr>
            <a:xfrm>
              <a:off x="4842568" y="2198794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0" name="직선 화살표 연결선 18529">
              <a:extLst>
                <a:ext uri="{FF2B5EF4-FFF2-40B4-BE49-F238E27FC236}">
                  <a16:creationId xmlns:a16="http://schemas.microsoft.com/office/drawing/2014/main" id="{D8701582-5E20-C680-42AE-DB18949C97C8}"/>
                </a:ext>
              </a:extLst>
            </p:cNvPr>
            <p:cNvCxnSpPr>
              <a:cxnSpLocks/>
            </p:cNvCxnSpPr>
            <p:nvPr/>
          </p:nvCxnSpPr>
          <p:spPr>
            <a:xfrm>
              <a:off x="4808701" y="1919230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57" name="그룹 18556">
              <a:extLst>
                <a:ext uri="{FF2B5EF4-FFF2-40B4-BE49-F238E27FC236}">
                  <a16:creationId xmlns:a16="http://schemas.microsoft.com/office/drawing/2014/main" id="{DF42BDA9-5192-DE3A-E36F-A6A55D7781EC}"/>
                </a:ext>
              </a:extLst>
            </p:cNvPr>
            <p:cNvGrpSpPr/>
            <p:nvPr/>
          </p:nvGrpSpPr>
          <p:grpSpPr>
            <a:xfrm>
              <a:off x="2725428" y="1892806"/>
              <a:ext cx="2151008" cy="160200"/>
              <a:chOff x="2725428" y="1823128"/>
              <a:chExt cx="2151008" cy="229878"/>
            </a:xfrm>
          </p:grpSpPr>
          <p:cxnSp>
            <p:nvCxnSpPr>
              <p:cNvPr id="18512" name="직선 화살표 연결선 18511">
                <a:extLst>
                  <a:ext uri="{FF2B5EF4-FFF2-40B4-BE49-F238E27FC236}">
                    <a16:creationId xmlns:a16="http://schemas.microsoft.com/office/drawing/2014/main" id="{BBFEC141-5A0B-35AD-6515-F07A0A2DD9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5428" y="1823128"/>
                <a:ext cx="0" cy="2298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19" name="직선 화살표 연결선 18518">
                <a:extLst>
                  <a:ext uri="{FF2B5EF4-FFF2-40B4-BE49-F238E27FC236}">
                    <a16:creationId xmlns:a16="http://schemas.microsoft.com/office/drawing/2014/main" id="{2CAD29D7-7DFC-97C1-10A7-FB9EE64BA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5508" y="1823128"/>
                <a:ext cx="0" cy="2298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25" name="직선 화살표 연결선 18524">
                <a:extLst>
                  <a:ext uri="{FF2B5EF4-FFF2-40B4-BE49-F238E27FC236}">
                    <a16:creationId xmlns:a16="http://schemas.microsoft.com/office/drawing/2014/main" id="{1C44F766-0D2E-7867-2EC9-DD73151B5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60973" y="1823128"/>
                <a:ext cx="0" cy="2298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31" name="직선 화살표 연결선 18530">
                <a:extLst>
                  <a:ext uri="{FF2B5EF4-FFF2-40B4-BE49-F238E27FC236}">
                    <a16:creationId xmlns:a16="http://schemas.microsoft.com/office/drawing/2014/main" id="{2486B8A6-5908-DD1D-5A87-B0E54EB6A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6436" y="1823128"/>
                <a:ext cx="0" cy="2298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534" name="직선 화살표 연결선 18533">
              <a:extLst>
                <a:ext uri="{FF2B5EF4-FFF2-40B4-BE49-F238E27FC236}">
                  <a16:creationId xmlns:a16="http://schemas.microsoft.com/office/drawing/2014/main" id="{B2C04CE5-8D9A-0266-32E0-B30D8A356937}"/>
                </a:ext>
              </a:extLst>
            </p:cNvPr>
            <p:cNvCxnSpPr>
              <a:cxnSpLocks/>
            </p:cNvCxnSpPr>
            <p:nvPr/>
          </p:nvCxnSpPr>
          <p:spPr>
            <a:xfrm>
              <a:off x="3195616" y="1840522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5" name="직선 화살표 연결선 18534">
              <a:extLst>
                <a:ext uri="{FF2B5EF4-FFF2-40B4-BE49-F238E27FC236}">
                  <a16:creationId xmlns:a16="http://schemas.microsoft.com/office/drawing/2014/main" id="{77502C4F-D612-6CF8-E391-3C3E4147F46C}"/>
                </a:ext>
              </a:extLst>
            </p:cNvPr>
            <p:cNvCxnSpPr>
              <a:cxnSpLocks/>
            </p:cNvCxnSpPr>
            <p:nvPr/>
          </p:nvCxnSpPr>
          <p:spPr>
            <a:xfrm>
              <a:off x="3911081" y="1840522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6" name="직선 화살표 연결선 18535">
              <a:extLst>
                <a:ext uri="{FF2B5EF4-FFF2-40B4-BE49-F238E27FC236}">
                  <a16:creationId xmlns:a16="http://schemas.microsoft.com/office/drawing/2014/main" id="{7BA23ACC-9E78-854D-AFBD-617F1889C7F2}"/>
                </a:ext>
              </a:extLst>
            </p:cNvPr>
            <p:cNvCxnSpPr>
              <a:cxnSpLocks/>
            </p:cNvCxnSpPr>
            <p:nvPr/>
          </p:nvCxnSpPr>
          <p:spPr>
            <a:xfrm>
              <a:off x="4626544" y="1840522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0" name="직선 화살표 연결선 18549">
              <a:extLst>
                <a:ext uri="{FF2B5EF4-FFF2-40B4-BE49-F238E27FC236}">
                  <a16:creationId xmlns:a16="http://schemas.microsoft.com/office/drawing/2014/main" id="{F5D9F279-D8B6-1DAD-DB0F-3B37CBD2A6CF}"/>
                </a:ext>
              </a:extLst>
            </p:cNvPr>
            <p:cNvCxnSpPr>
              <a:cxnSpLocks/>
            </p:cNvCxnSpPr>
            <p:nvPr/>
          </p:nvCxnSpPr>
          <p:spPr>
            <a:xfrm>
              <a:off x="4626544" y="2629070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37" name="TextBox 18536">
              <a:extLst>
                <a:ext uri="{FF2B5EF4-FFF2-40B4-BE49-F238E27FC236}">
                  <a16:creationId xmlns:a16="http://schemas.microsoft.com/office/drawing/2014/main" id="{9905D0CF-80AA-654B-3018-67008AD71B05}"/>
                </a:ext>
              </a:extLst>
            </p:cNvPr>
            <p:cNvSpPr txBox="1"/>
            <p:nvPr/>
          </p:nvSpPr>
          <p:spPr>
            <a:xfrm>
              <a:off x="990020" y="3435902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38" name="TextBox 18537">
              <a:extLst>
                <a:ext uri="{FF2B5EF4-FFF2-40B4-BE49-F238E27FC236}">
                  <a16:creationId xmlns:a16="http://schemas.microsoft.com/office/drawing/2014/main" id="{E8A08DE7-4ED6-F861-6DBB-ECE9EC0BBBEF}"/>
                </a:ext>
              </a:extLst>
            </p:cNvPr>
            <p:cNvSpPr txBox="1"/>
            <p:nvPr/>
          </p:nvSpPr>
          <p:spPr>
            <a:xfrm>
              <a:off x="1710644" y="3435902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39" name="TextBox 18538">
              <a:extLst>
                <a:ext uri="{FF2B5EF4-FFF2-40B4-BE49-F238E27FC236}">
                  <a16:creationId xmlns:a16="http://schemas.microsoft.com/office/drawing/2014/main" id="{9EEFAE16-3F99-5849-460A-B753A91A3971}"/>
                </a:ext>
              </a:extLst>
            </p:cNvPr>
            <p:cNvSpPr txBox="1"/>
            <p:nvPr/>
          </p:nvSpPr>
          <p:spPr>
            <a:xfrm>
              <a:off x="2417480" y="3435902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0" name="TextBox 18539">
              <a:extLst>
                <a:ext uri="{FF2B5EF4-FFF2-40B4-BE49-F238E27FC236}">
                  <a16:creationId xmlns:a16="http://schemas.microsoft.com/office/drawing/2014/main" id="{4D584B09-A6AD-3C47-34C1-F71136016A15}"/>
                </a:ext>
              </a:extLst>
            </p:cNvPr>
            <p:cNvSpPr txBox="1"/>
            <p:nvPr/>
          </p:nvSpPr>
          <p:spPr>
            <a:xfrm>
              <a:off x="3138356" y="3435902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1" name="TextBox 18540">
              <a:extLst>
                <a:ext uri="{FF2B5EF4-FFF2-40B4-BE49-F238E27FC236}">
                  <a16:creationId xmlns:a16="http://schemas.microsoft.com/office/drawing/2014/main" id="{B12EBB1A-8A7B-9FC9-234E-933A2EE203BE}"/>
                </a:ext>
              </a:extLst>
            </p:cNvPr>
            <p:cNvSpPr txBox="1"/>
            <p:nvPr/>
          </p:nvSpPr>
          <p:spPr>
            <a:xfrm>
              <a:off x="1710644" y="2645253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2" name="TextBox 18541">
              <a:extLst>
                <a:ext uri="{FF2B5EF4-FFF2-40B4-BE49-F238E27FC236}">
                  <a16:creationId xmlns:a16="http://schemas.microsoft.com/office/drawing/2014/main" id="{3A4221C4-42FC-F360-31D9-C91B885FDDF0}"/>
                </a:ext>
              </a:extLst>
            </p:cNvPr>
            <p:cNvSpPr txBox="1"/>
            <p:nvPr/>
          </p:nvSpPr>
          <p:spPr>
            <a:xfrm>
              <a:off x="2424166" y="2645253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3" name="TextBox 18542">
              <a:extLst>
                <a:ext uri="{FF2B5EF4-FFF2-40B4-BE49-F238E27FC236}">
                  <a16:creationId xmlns:a16="http://schemas.microsoft.com/office/drawing/2014/main" id="{7088F4E5-B9B6-D556-6370-43E87B85B828}"/>
                </a:ext>
              </a:extLst>
            </p:cNvPr>
            <p:cNvSpPr txBox="1"/>
            <p:nvPr/>
          </p:nvSpPr>
          <p:spPr>
            <a:xfrm>
              <a:off x="3132876" y="2645253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4" name="TextBox 18543">
              <a:extLst>
                <a:ext uri="{FF2B5EF4-FFF2-40B4-BE49-F238E27FC236}">
                  <a16:creationId xmlns:a16="http://schemas.microsoft.com/office/drawing/2014/main" id="{EB49200C-5464-0814-A173-7050BB6D7816}"/>
                </a:ext>
              </a:extLst>
            </p:cNvPr>
            <p:cNvSpPr txBox="1"/>
            <p:nvPr/>
          </p:nvSpPr>
          <p:spPr>
            <a:xfrm>
              <a:off x="3856635" y="2645253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5" name="TextBox 18544">
              <a:extLst>
                <a:ext uri="{FF2B5EF4-FFF2-40B4-BE49-F238E27FC236}">
                  <a16:creationId xmlns:a16="http://schemas.microsoft.com/office/drawing/2014/main" id="{FCA60302-557F-9A8E-D876-618CA0A43820}"/>
                </a:ext>
              </a:extLst>
            </p:cNvPr>
            <p:cNvSpPr txBox="1"/>
            <p:nvPr/>
          </p:nvSpPr>
          <p:spPr>
            <a:xfrm>
              <a:off x="2424166" y="1854727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6" name="TextBox 18545">
              <a:extLst>
                <a:ext uri="{FF2B5EF4-FFF2-40B4-BE49-F238E27FC236}">
                  <a16:creationId xmlns:a16="http://schemas.microsoft.com/office/drawing/2014/main" id="{568B88E4-97D7-A72B-408F-E83BA87D1D5E}"/>
                </a:ext>
              </a:extLst>
            </p:cNvPr>
            <p:cNvSpPr txBox="1"/>
            <p:nvPr/>
          </p:nvSpPr>
          <p:spPr>
            <a:xfrm>
              <a:off x="3138111" y="1854727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7" name="TextBox 18546">
              <a:extLst>
                <a:ext uri="{FF2B5EF4-FFF2-40B4-BE49-F238E27FC236}">
                  <a16:creationId xmlns:a16="http://schemas.microsoft.com/office/drawing/2014/main" id="{B52AA699-C946-7068-43D0-9970806B5397}"/>
                </a:ext>
              </a:extLst>
            </p:cNvPr>
            <p:cNvSpPr txBox="1"/>
            <p:nvPr/>
          </p:nvSpPr>
          <p:spPr>
            <a:xfrm>
              <a:off x="3843568" y="1854727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48" name="TextBox 18547">
              <a:extLst>
                <a:ext uri="{FF2B5EF4-FFF2-40B4-BE49-F238E27FC236}">
                  <a16:creationId xmlns:a16="http://schemas.microsoft.com/office/drawing/2014/main" id="{277503CC-BC00-EC19-82B4-0019AA880038}"/>
                </a:ext>
              </a:extLst>
            </p:cNvPr>
            <p:cNvSpPr txBox="1"/>
            <p:nvPr/>
          </p:nvSpPr>
          <p:spPr>
            <a:xfrm>
              <a:off x="4565906" y="1854727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565" name="그룹 18564">
              <a:extLst>
                <a:ext uri="{FF2B5EF4-FFF2-40B4-BE49-F238E27FC236}">
                  <a16:creationId xmlns:a16="http://schemas.microsoft.com/office/drawing/2014/main" id="{71053C4C-DFEC-393B-5893-C016BCB42590}"/>
                </a:ext>
              </a:extLst>
            </p:cNvPr>
            <p:cNvGrpSpPr/>
            <p:nvPr/>
          </p:nvGrpSpPr>
          <p:grpSpPr>
            <a:xfrm>
              <a:off x="2706463" y="1869061"/>
              <a:ext cx="2369593" cy="45719"/>
              <a:chOff x="2706463" y="1869061"/>
              <a:chExt cx="2369593" cy="45719"/>
            </a:xfrm>
          </p:grpSpPr>
          <p:cxnSp>
            <p:nvCxnSpPr>
              <p:cNvPr id="18551" name="직선 화살표 연결선 18550">
                <a:extLst>
                  <a:ext uri="{FF2B5EF4-FFF2-40B4-BE49-F238E27FC236}">
                    <a16:creationId xmlns:a16="http://schemas.microsoft.com/office/drawing/2014/main" id="{64024119-847A-E9A0-4118-92086E5E1A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5428" y="1892806"/>
                <a:ext cx="235062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61" name="타원 18560">
                <a:extLst>
                  <a:ext uri="{FF2B5EF4-FFF2-40B4-BE49-F238E27FC236}">
                    <a16:creationId xmlns:a16="http://schemas.microsoft.com/office/drawing/2014/main" id="{54C5E537-B1D5-5901-D5C7-6A088FCBB3B9}"/>
                  </a:ext>
                </a:extLst>
              </p:cNvPr>
              <p:cNvSpPr/>
              <p:nvPr/>
            </p:nvSpPr>
            <p:spPr bwMode="gray">
              <a:xfrm flipV="1">
                <a:off x="27064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2" name="타원 18561">
                <a:extLst>
                  <a:ext uri="{FF2B5EF4-FFF2-40B4-BE49-F238E27FC236}">
                    <a16:creationId xmlns:a16="http://schemas.microsoft.com/office/drawing/2014/main" id="{4D1337A5-C388-5D72-2E4C-055310BD78C2}"/>
                  </a:ext>
                </a:extLst>
              </p:cNvPr>
              <p:cNvSpPr/>
              <p:nvPr/>
            </p:nvSpPr>
            <p:spPr bwMode="gray">
              <a:xfrm flipV="1">
                <a:off x="342152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3" name="타원 18562">
                <a:extLst>
                  <a:ext uri="{FF2B5EF4-FFF2-40B4-BE49-F238E27FC236}">
                    <a16:creationId xmlns:a16="http://schemas.microsoft.com/office/drawing/2014/main" id="{BF74A1A9-4917-A2FD-A806-52D342A064DD}"/>
                  </a:ext>
                </a:extLst>
              </p:cNvPr>
              <p:cNvSpPr/>
              <p:nvPr/>
            </p:nvSpPr>
            <p:spPr bwMode="gray">
              <a:xfrm flipV="1">
                <a:off x="413959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4" name="타원 18563">
                <a:extLst>
                  <a:ext uri="{FF2B5EF4-FFF2-40B4-BE49-F238E27FC236}">
                    <a16:creationId xmlns:a16="http://schemas.microsoft.com/office/drawing/2014/main" id="{D1250A24-05EE-E5F7-1AA9-23A90E51F70C}"/>
                  </a:ext>
                </a:extLst>
              </p:cNvPr>
              <p:cNvSpPr/>
              <p:nvPr/>
            </p:nvSpPr>
            <p:spPr bwMode="gray">
              <a:xfrm flipV="1">
                <a:off x="48568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566" name="그룹 18565">
              <a:extLst>
                <a:ext uri="{FF2B5EF4-FFF2-40B4-BE49-F238E27FC236}">
                  <a16:creationId xmlns:a16="http://schemas.microsoft.com/office/drawing/2014/main" id="{D33108A4-ECC2-46AE-4661-4E9BEE72837A}"/>
                </a:ext>
              </a:extLst>
            </p:cNvPr>
            <p:cNvGrpSpPr/>
            <p:nvPr/>
          </p:nvGrpSpPr>
          <p:grpSpPr>
            <a:xfrm>
              <a:off x="2003107" y="2652097"/>
              <a:ext cx="2369593" cy="45719"/>
              <a:chOff x="2706463" y="1869061"/>
              <a:chExt cx="2369593" cy="45719"/>
            </a:xfrm>
          </p:grpSpPr>
          <p:cxnSp>
            <p:nvCxnSpPr>
              <p:cNvPr id="18567" name="직선 화살표 연결선 18566">
                <a:extLst>
                  <a:ext uri="{FF2B5EF4-FFF2-40B4-BE49-F238E27FC236}">
                    <a16:creationId xmlns:a16="http://schemas.microsoft.com/office/drawing/2014/main" id="{B9F2B70E-F068-5521-07A8-BFB55ED3C4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5428" y="1892806"/>
                <a:ext cx="235062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68" name="타원 18567">
                <a:extLst>
                  <a:ext uri="{FF2B5EF4-FFF2-40B4-BE49-F238E27FC236}">
                    <a16:creationId xmlns:a16="http://schemas.microsoft.com/office/drawing/2014/main" id="{17FC410B-01A9-9ABB-1329-8DD81C2EC6BF}"/>
                  </a:ext>
                </a:extLst>
              </p:cNvPr>
              <p:cNvSpPr/>
              <p:nvPr/>
            </p:nvSpPr>
            <p:spPr bwMode="gray">
              <a:xfrm flipV="1">
                <a:off x="27064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9" name="타원 18568">
                <a:extLst>
                  <a:ext uri="{FF2B5EF4-FFF2-40B4-BE49-F238E27FC236}">
                    <a16:creationId xmlns:a16="http://schemas.microsoft.com/office/drawing/2014/main" id="{68984EBB-E7A7-B55E-EAEA-33695B581DAC}"/>
                  </a:ext>
                </a:extLst>
              </p:cNvPr>
              <p:cNvSpPr/>
              <p:nvPr/>
            </p:nvSpPr>
            <p:spPr bwMode="gray">
              <a:xfrm flipV="1">
                <a:off x="342152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0" name="타원 18569">
                <a:extLst>
                  <a:ext uri="{FF2B5EF4-FFF2-40B4-BE49-F238E27FC236}">
                    <a16:creationId xmlns:a16="http://schemas.microsoft.com/office/drawing/2014/main" id="{31D61777-AC05-9500-2E82-02AC843DA5E4}"/>
                  </a:ext>
                </a:extLst>
              </p:cNvPr>
              <p:cNvSpPr/>
              <p:nvPr/>
            </p:nvSpPr>
            <p:spPr bwMode="gray">
              <a:xfrm flipV="1">
                <a:off x="413959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1" name="타원 18570">
                <a:extLst>
                  <a:ext uri="{FF2B5EF4-FFF2-40B4-BE49-F238E27FC236}">
                    <a16:creationId xmlns:a16="http://schemas.microsoft.com/office/drawing/2014/main" id="{04068461-6B34-0F3C-2214-BE9453DB7930}"/>
                  </a:ext>
                </a:extLst>
              </p:cNvPr>
              <p:cNvSpPr/>
              <p:nvPr/>
            </p:nvSpPr>
            <p:spPr bwMode="gray">
              <a:xfrm flipV="1">
                <a:off x="48568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572" name="그룹 18571">
              <a:extLst>
                <a:ext uri="{FF2B5EF4-FFF2-40B4-BE49-F238E27FC236}">
                  <a16:creationId xmlns:a16="http://schemas.microsoft.com/office/drawing/2014/main" id="{EEA1B0E3-DC33-CEF1-6F56-EA70EB706E73}"/>
                </a:ext>
              </a:extLst>
            </p:cNvPr>
            <p:cNvGrpSpPr/>
            <p:nvPr/>
          </p:nvGrpSpPr>
          <p:grpSpPr>
            <a:xfrm>
              <a:off x="1286992" y="3438617"/>
              <a:ext cx="2369593" cy="45719"/>
              <a:chOff x="2706463" y="1869061"/>
              <a:chExt cx="2369593" cy="45719"/>
            </a:xfrm>
          </p:grpSpPr>
          <p:cxnSp>
            <p:nvCxnSpPr>
              <p:cNvPr id="18573" name="직선 화살표 연결선 18572">
                <a:extLst>
                  <a:ext uri="{FF2B5EF4-FFF2-40B4-BE49-F238E27FC236}">
                    <a16:creationId xmlns:a16="http://schemas.microsoft.com/office/drawing/2014/main" id="{3549C3C8-B1E9-8D2E-2E24-741DFCD11B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5428" y="1892806"/>
                <a:ext cx="235062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74" name="타원 18573">
                <a:extLst>
                  <a:ext uri="{FF2B5EF4-FFF2-40B4-BE49-F238E27FC236}">
                    <a16:creationId xmlns:a16="http://schemas.microsoft.com/office/drawing/2014/main" id="{84A1DC2E-AD04-D539-BFD3-8012837F48CA}"/>
                  </a:ext>
                </a:extLst>
              </p:cNvPr>
              <p:cNvSpPr/>
              <p:nvPr/>
            </p:nvSpPr>
            <p:spPr bwMode="gray">
              <a:xfrm flipV="1">
                <a:off x="27064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5" name="타원 18574">
                <a:extLst>
                  <a:ext uri="{FF2B5EF4-FFF2-40B4-BE49-F238E27FC236}">
                    <a16:creationId xmlns:a16="http://schemas.microsoft.com/office/drawing/2014/main" id="{C5618495-B3FB-ADE6-B160-8021D15A8345}"/>
                  </a:ext>
                </a:extLst>
              </p:cNvPr>
              <p:cNvSpPr/>
              <p:nvPr/>
            </p:nvSpPr>
            <p:spPr bwMode="gray">
              <a:xfrm flipV="1">
                <a:off x="342152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6" name="타원 18575">
                <a:extLst>
                  <a:ext uri="{FF2B5EF4-FFF2-40B4-BE49-F238E27FC236}">
                    <a16:creationId xmlns:a16="http://schemas.microsoft.com/office/drawing/2014/main" id="{552F2F20-AE69-1B45-E388-DDD69323338F}"/>
                  </a:ext>
                </a:extLst>
              </p:cNvPr>
              <p:cNvSpPr/>
              <p:nvPr/>
            </p:nvSpPr>
            <p:spPr bwMode="gray">
              <a:xfrm flipV="1">
                <a:off x="413959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7" name="타원 18576">
                <a:extLst>
                  <a:ext uri="{FF2B5EF4-FFF2-40B4-BE49-F238E27FC236}">
                    <a16:creationId xmlns:a16="http://schemas.microsoft.com/office/drawing/2014/main" id="{F04BEACD-B865-2FA1-378A-9CC1CA00390D}"/>
                  </a:ext>
                </a:extLst>
              </p:cNvPr>
              <p:cNvSpPr/>
              <p:nvPr/>
            </p:nvSpPr>
            <p:spPr bwMode="gray">
              <a:xfrm flipV="1">
                <a:off x="48568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8578" name="TextBox 18577">
              <a:extLst>
                <a:ext uri="{FF2B5EF4-FFF2-40B4-BE49-F238E27FC236}">
                  <a16:creationId xmlns:a16="http://schemas.microsoft.com/office/drawing/2014/main" id="{1AF76B45-CD66-17FD-B835-5C86A3FEDEDC}"/>
                </a:ext>
              </a:extLst>
            </p:cNvPr>
            <p:cNvSpPr txBox="1"/>
            <p:nvPr/>
          </p:nvSpPr>
          <p:spPr>
            <a:xfrm>
              <a:off x="4994868" y="1768809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79" name="TextBox 18578">
              <a:extLst>
                <a:ext uri="{FF2B5EF4-FFF2-40B4-BE49-F238E27FC236}">
                  <a16:creationId xmlns:a16="http://schemas.microsoft.com/office/drawing/2014/main" id="{CE11C367-CEB1-F3E2-3377-484D332A3155}"/>
                </a:ext>
              </a:extLst>
            </p:cNvPr>
            <p:cNvSpPr txBox="1"/>
            <p:nvPr/>
          </p:nvSpPr>
          <p:spPr>
            <a:xfrm>
              <a:off x="4294012" y="2550931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80" name="TextBox 18579">
              <a:extLst>
                <a:ext uri="{FF2B5EF4-FFF2-40B4-BE49-F238E27FC236}">
                  <a16:creationId xmlns:a16="http://schemas.microsoft.com/office/drawing/2014/main" id="{465B2598-02E4-4EB6-2F21-4774C76512D0}"/>
                </a:ext>
              </a:extLst>
            </p:cNvPr>
            <p:cNvSpPr txBox="1"/>
            <p:nvPr/>
          </p:nvSpPr>
          <p:spPr>
            <a:xfrm>
              <a:off x="3575397" y="3350495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616" name="그룹 18615">
              <a:extLst>
                <a:ext uri="{FF2B5EF4-FFF2-40B4-BE49-F238E27FC236}">
                  <a16:creationId xmlns:a16="http://schemas.microsoft.com/office/drawing/2014/main" id="{ED26C87B-C2B7-DCC5-A9C1-C4008869B0D9}"/>
                </a:ext>
              </a:extLst>
            </p:cNvPr>
            <p:cNvGrpSpPr/>
            <p:nvPr/>
          </p:nvGrpSpPr>
          <p:grpSpPr>
            <a:xfrm>
              <a:off x="2928518" y="1404389"/>
              <a:ext cx="2890230" cy="429985"/>
              <a:chOff x="2424166" y="1089600"/>
              <a:chExt cx="2890230" cy="429985"/>
            </a:xfrm>
          </p:grpSpPr>
          <p:sp>
            <p:nvSpPr>
              <p:cNvPr id="18581" name="순서도: 지연 18580">
                <a:extLst>
                  <a:ext uri="{FF2B5EF4-FFF2-40B4-BE49-F238E27FC236}">
                    <a16:creationId xmlns:a16="http://schemas.microsoft.com/office/drawing/2014/main" id="{E6320C78-AFDD-B4BA-882C-27FB3D30A572}"/>
                  </a:ext>
                </a:extLst>
              </p:cNvPr>
              <p:cNvSpPr/>
              <p:nvPr/>
            </p:nvSpPr>
            <p:spPr bwMode="gray">
              <a:xfrm rot="5400000">
                <a:off x="2619552" y="1375569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8583" name="직선 화살표 연결선 18582">
                <a:extLst>
                  <a:ext uri="{FF2B5EF4-FFF2-40B4-BE49-F238E27FC236}">
                    <a16:creationId xmlns:a16="http://schemas.microsoft.com/office/drawing/2014/main" id="{1ED18B55-F0FA-B3E5-0EEB-56853A4451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7693" y="124002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85" name="순서도: 지연 18584">
                <a:extLst>
                  <a:ext uri="{FF2B5EF4-FFF2-40B4-BE49-F238E27FC236}">
                    <a16:creationId xmlns:a16="http://schemas.microsoft.com/office/drawing/2014/main" id="{A92AE464-750A-EC59-E78D-23AAF9D2DA85}"/>
                  </a:ext>
                </a:extLst>
              </p:cNvPr>
              <p:cNvSpPr/>
              <p:nvPr/>
            </p:nvSpPr>
            <p:spPr bwMode="gray">
              <a:xfrm rot="5400000">
                <a:off x="3339632" y="1375569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8587" name="직선 화살표 연결선 18586">
                <a:extLst>
                  <a:ext uri="{FF2B5EF4-FFF2-40B4-BE49-F238E27FC236}">
                    <a16:creationId xmlns:a16="http://schemas.microsoft.com/office/drawing/2014/main" id="{2364A269-B0E1-A68A-8267-7EA307D85D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7773" y="124002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89" name="순서도: 지연 18588">
                <a:extLst>
                  <a:ext uri="{FF2B5EF4-FFF2-40B4-BE49-F238E27FC236}">
                    <a16:creationId xmlns:a16="http://schemas.microsoft.com/office/drawing/2014/main" id="{81CFB486-B51E-2859-2325-2373337526DA}"/>
                  </a:ext>
                </a:extLst>
              </p:cNvPr>
              <p:cNvSpPr/>
              <p:nvPr/>
            </p:nvSpPr>
            <p:spPr bwMode="gray">
              <a:xfrm rot="5400000">
                <a:off x="4055097" y="1375569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8591" name="직선 화살표 연결선 18590">
                <a:extLst>
                  <a:ext uri="{FF2B5EF4-FFF2-40B4-BE49-F238E27FC236}">
                    <a16:creationId xmlns:a16="http://schemas.microsoft.com/office/drawing/2014/main" id="{23D87246-40E3-EA4F-F74B-BBB4106799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3238" y="124002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93" name="순서도: 지연 18592">
                <a:extLst>
                  <a:ext uri="{FF2B5EF4-FFF2-40B4-BE49-F238E27FC236}">
                    <a16:creationId xmlns:a16="http://schemas.microsoft.com/office/drawing/2014/main" id="{D8645B21-AF2A-27A8-8C5C-B38068C2FF35}"/>
                  </a:ext>
                </a:extLst>
              </p:cNvPr>
              <p:cNvSpPr/>
              <p:nvPr/>
            </p:nvSpPr>
            <p:spPr bwMode="gray">
              <a:xfrm rot="5400000">
                <a:off x="4770560" y="1375569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8595" name="직선 화살표 연결선 18594">
                <a:extLst>
                  <a:ext uri="{FF2B5EF4-FFF2-40B4-BE49-F238E27FC236}">
                    <a16:creationId xmlns:a16="http://schemas.microsoft.com/office/drawing/2014/main" id="{E9F93A62-D0A1-F17A-6C3E-5CE3E8AC66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701" y="124002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96" name="그룹 18595">
                <a:extLst>
                  <a:ext uri="{FF2B5EF4-FFF2-40B4-BE49-F238E27FC236}">
                    <a16:creationId xmlns:a16="http://schemas.microsoft.com/office/drawing/2014/main" id="{685F3122-8B30-776B-8554-FB711A624AE8}"/>
                  </a:ext>
                </a:extLst>
              </p:cNvPr>
              <p:cNvGrpSpPr/>
              <p:nvPr/>
            </p:nvGrpSpPr>
            <p:grpSpPr>
              <a:xfrm>
                <a:off x="2725428" y="1213597"/>
                <a:ext cx="2151008" cy="160200"/>
                <a:chOff x="2725428" y="1823128"/>
                <a:chExt cx="2151008" cy="229878"/>
              </a:xfrm>
            </p:grpSpPr>
            <p:cxnSp>
              <p:nvCxnSpPr>
                <p:cNvPr id="18597" name="직선 화살표 연결선 18596">
                  <a:extLst>
                    <a:ext uri="{FF2B5EF4-FFF2-40B4-BE49-F238E27FC236}">
                      <a16:creationId xmlns:a16="http://schemas.microsoft.com/office/drawing/2014/main" id="{32A15ABF-5F87-0ACE-4D16-A2D46A1B02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5428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98" name="직선 화살표 연결선 18597">
                  <a:extLst>
                    <a:ext uri="{FF2B5EF4-FFF2-40B4-BE49-F238E27FC236}">
                      <a16:creationId xmlns:a16="http://schemas.microsoft.com/office/drawing/2014/main" id="{DCF66B9B-A098-68B3-055D-4F332416B3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45508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99" name="직선 화살표 연결선 18598">
                  <a:extLst>
                    <a:ext uri="{FF2B5EF4-FFF2-40B4-BE49-F238E27FC236}">
                      <a16:creationId xmlns:a16="http://schemas.microsoft.com/office/drawing/2014/main" id="{9E195694-18EC-D603-94E5-CCE5AA41C6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60973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00" name="직선 화살표 연결선 18599">
                  <a:extLst>
                    <a:ext uri="{FF2B5EF4-FFF2-40B4-BE49-F238E27FC236}">
                      <a16:creationId xmlns:a16="http://schemas.microsoft.com/office/drawing/2014/main" id="{9DA5587F-8808-4A75-DD77-5040FA9A5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6436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605" name="TextBox 18604">
                <a:extLst>
                  <a:ext uri="{FF2B5EF4-FFF2-40B4-BE49-F238E27FC236}">
                    <a16:creationId xmlns:a16="http://schemas.microsoft.com/office/drawing/2014/main" id="{273DD836-09E1-7FDB-89D3-E14F615ED780}"/>
                  </a:ext>
                </a:extLst>
              </p:cNvPr>
              <p:cNvSpPr txBox="1"/>
              <p:nvPr/>
            </p:nvSpPr>
            <p:spPr>
              <a:xfrm>
                <a:off x="2424166" y="117551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06" name="TextBox 18605">
                <a:extLst>
                  <a:ext uri="{FF2B5EF4-FFF2-40B4-BE49-F238E27FC236}">
                    <a16:creationId xmlns:a16="http://schemas.microsoft.com/office/drawing/2014/main" id="{88E33BF4-B7DB-7CD8-BE8D-2CFDF04EBFAC}"/>
                  </a:ext>
                </a:extLst>
              </p:cNvPr>
              <p:cNvSpPr txBox="1"/>
              <p:nvPr/>
            </p:nvSpPr>
            <p:spPr>
              <a:xfrm>
                <a:off x="3138111" y="117551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07" name="TextBox 18606">
                <a:extLst>
                  <a:ext uri="{FF2B5EF4-FFF2-40B4-BE49-F238E27FC236}">
                    <a16:creationId xmlns:a16="http://schemas.microsoft.com/office/drawing/2014/main" id="{61E2B3FF-D0C1-778C-328D-C61632893980}"/>
                  </a:ext>
                </a:extLst>
              </p:cNvPr>
              <p:cNvSpPr txBox="1"/>
              <p:nvPr/>
            </p:nvSpPr>
            <p:spPr>
              <a:xfrm>
                <a:off x="3843568" y="117551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08" name="TextBox 18607">
                <a:extLst>
                  <a:ext uri="{FF2B5EF4-FFF2-40B4-BE49-F238E27FC236}">
                    <a16:creationId xmlns:a16="http://schemas.microsoft.com/office/drawing/2014/main" id="{C786AE65-6C74-4CED-3237-A0523AF605F4}"/>
                  </a:ext>
                </a:extLst>
              </p:cNvPr>
              <p:cNvSpPr txBox="1"/>
              <p:nvPr/>
            </p:nvSpPr>
            <p:spPr>
              <a:xfrm>
                <a:off x="4565906" y="117551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609" name="그룹 18608">
                <a:extLst>
                  <a:ext uri="{FF2B5EF4-FFF2-40B4-BE49-F238E27FC236}">
                    <a16:creationId xmlns:a16="http://schemas.microsoft.com/office/drawing/2014/main" id="{129243AC-0BA8-4FDB-5CD3-EB53602A22F7}"/>
                  </a:ext>
                </a:extLst>
              </p:cNvPr>
              <p:cNvGrpSpPr/>
              <p:nvPr/>
            </p:nvGrpSpPr>
            <p:grpSpPr>
              <a:xfrm>
                <a:off x="2706463" y="1189852"/>
                <a:ext cx="2369593" cy="45719"/>
                <a:chOff x="2706463" y="1869061"/>
                <a:chExt cx="2369593" cy="45719"/>
              </a:xfrm>
            </p:grpSpPr>
            <p:cxnSp>
              <p:nvCxnSpPr>
                <p:cNvPr id="18610" name="직선 화살표 연결선 18609">
                  <a:extLst>
                    <a:ext uri="{FF2B5EF4-FFF2-40B4-BE49-F238E27FC236}">
                      <a16:creationId xmlns:a16="http://schemas.microsoft.com/office/drawing/2014/main" id="{C61126F2-1422-9274-68D1-328A3FA148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5428" y="1892806"/>
                  <a:ext cx="235062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611" name="타원 18610">
                  <a:extLst>
                    <a:ext uri="{FF2B5EF4-FFF2-40B4-BE49-F238E27FC236}">
                      <a16:creationId xmlns:a16="http://schemas.microsoft.com/office/drawing/2014/main" id="{1F7E1CCC-D74A-A7B6-5C1F-BE0B47C13CB1}"/>
                    </a:ext>
                  </a:extLst>
                </p:cNvPr>
                <p:cNvSpPr/>
                <p:nvPr/>
              </p:nvSpPr>
              <p:spPr bwMode="gray">
                <a:xfrm flipV="1">
                  <a:off x="27064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612" name="타원 18611">
                  <a:extLst>
                    <a:ext uri="{FF2B5EF4-FFF2-40B4-BE49-F238E27FC236}">
                      <a16:creationId xmlns:a16="http://schemas.microsoft.com/office/drawing/2014/main" id="{4D14FAD9-A2FA-739F-C621-63C6B76CE545}"/>
                    </a:ext>
                  </a:extLst>
                </p:cNvPr>
                <p:cNvSpPr/>
                <p:nvPr/>
              </p:nvSpPr>
              <p:spPr bwMode="gray">
                <a:xfrm flipV="1">
                  <a:off x="342152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613" name="타원 18612">
                  <a:extLst>
                    <a:ext uri="{FF2B5EF4-FFF2-40B4-BE49-F238E27FC236}">
                      <a16:creationId xmlns:a16="http://schemas.microsoft.com/office/drawing/2014/main" id="{1058187A-FEFA-E65C-AA64-AC32787C8DB5}"/>
                    </a:ext>
                  </a:extLst>
                </p:cNvPr>
                <p:cNvSpPr/>
                <p:nvPr/>
              </p:nvSpPr>
              <p:spPr bwMode="gray">
                <a:xfrm flipV="1">
                  <a:off x="413959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614" name="타원 18613">
                  <a:extLst>
                    <a:ext uri="{FF2B5EF4-FFF2-40B4-BE49-F238E27FC236}">
                      <a16:creationId xmlns:a16="http://schemas.microsoft.com/office/drawing/2014/main" id="{18B12B6D-DD5C-7CDB-0133-35956282A116}"/>
                    </a:ext>
                  </a:extLst>
                </p:cNvPr>
                <p:cNvSpPr/>
                <p:nvPr/>
              </p:nvSpPr>
              <p:spPr bwMode="gray">
                <a:xfrm flipV="1">
                  <a:off x="48568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615" name="TextBox 18614">
                <a:extLst>
                  <a:ext uri="{FF2B5EF4-FFF2-40B4-BE49-F238E27FC236}">
                    <a16:creationId xmlns:a16="http://schemas.microsoft.com/office/drawing/2014/main" id="{41609DAD-FB0F-FA7D-EA4D-0C5D76EE4213}"/>
                  </a:ext>
                </a:extLst>
              </p:cNvPr>
              <p:cNvSpPr txBox="1"/>
              <p:nvPr/>
            </p:nvSpPr>
            <p:spPr>
              <a:xfrm>
                <a:off x="4994868" y="108960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8617" name="직선 화살표 연결선 18616">
              <a:extLst>
                <a:ext uri="{FF2B5EF4-FFF2-40B4-BE49-F238E27FC236}">
                  <a16:creationId xmlns:a16="http://schemas.microsoft.com/office/drawing/2014/main" id="{D2B5D951-5233-0A27-7DB9-12C5258BE784}"/>
                </a:ext>
              </a:extLst>
            </p:cNvPr>
            <p:cNvCxnSpPr>
              <a:cxnSpLocks/>
            </p:cNvCxnSpPr>
            <p:nvPr/>
          </p:nvCxnSpPr>
          <p:spPr>
            <a:xfrm>
              <a:off x="5347140" y="1834374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9" name="연결선: 꺾임 18618">
              <a:extLst>
                <a:ext uri="{FF2B5EF4-FFF2-40B4-BE49-F238E27FC236}">
                  <a16:creationId xmlns:a16="http://schemas.microsoft.com/office/drawing/2014/main" id="{7B2E9914-D916-F716-325E-9EB673B4FFF9}"/>
                </a:ext>
              </a:extLst>
            </p:cNvPr>
            <p:cNvCxnSpPr>
              <a:cxnSpLocks/>
              <a:stCxn id="18508" idx="1"/>
            </p:cNvCxnSpPr>
            <p:nvPr/>
          </p:nvCxnSpPr>
          <p:spPr>
            <a:xfrm rot="10800000" flipV="1">
              <a:off x="1762598" y="2449049"/>
              <a:ext cx="640930" cy="606021"/>
            </a:xfrm>
            <a:prstGeom prst="bentConnector3">
              <a:avLst>
                <a:gd name="adj1" fmla="val 100198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5" name="연결선: 꺾임 18624">
              <a:extLst>
                <a:ext uri="{FF2B5EF4-FFF2-40B4-BE49-F238E27FC236}">
                  <a16:creationId xmlns:a16="http://schemas.microsoft.com/office/drawing/2014/main" id="{C38CA35F-E4EF-47E9-208F-273ADB81529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51491" y="3239551"/>
              <a:ext cx="640930" cy="606021"/>
            </a:xfrm>
            <a:prstGeom prst="bentConnector3">
              <a:avLst>
                <a:gd name="adj1" fmla="val 100198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26" name="TextBox 18625">
              <a:extLst>
                <a:ext uri="{FF2B5EF4-FFF2-40B4-BE49-F238E27FC236}">
                  <a16:creationId xmlns:a16="http://schemas.microsoft.com/office/drawing/2014/main" id="{9AEFA8C9-65BE-248A-63E8-6EB88855C0DF}"/>
                </a:ext>
              </a:extLst>
            </p:cNvPr>
            <p:cNvSpPr txBox="1"/>
            <p:nvPr/>
          </p:nvSpPr>
          <p:spPr>
            <a:xfrm>
              <a:off x="5208941" y="2273098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27" name="TextBox 18626">
              <a:extLst>
                <a:ext uri="{FF2B5EF4-FFF2-40B4-BE49-F238E27FC236}">
                  <a16:creationId xmlns:a16="http://schemas.microsoft.com/office/drawing/2014/main" id="{CF57F13B-5CF0-4E51-DE34-0D45DCD4044A}"/>
                </a:ext>
              </a:extLst>
            </p:cNvPr>
            <p:cNvSpPr txBox="1"/>
            <p:nvPr/>
          </p:nvSpPr>
          <p:spPr>
            <a:xfrm>
              <a:off x="3199636" y="4302911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28" name="TextBox 18627">
              <a:extLst>
                <a:ext uri="{FF2B5EF4-FFF2-40B4-BE49-F238E27FC236}">
                  <a16:creationId xmlns:a16="http://schemas.microsoft.com/office/drawing/2014/main" id="{1039EC53-C8D5-28EE-213C-8891A6517A2C}"/>
                </a:ext>
              </a:extLst>
            </p:cNvPr>
            <p:cNvSpPr txBox="1"/>
            <p:nvPr/>
          </p:nvSpPr>
          <p:spPr>
            <a:xfrm>
              <a:off x="2481271" y="4302911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29" name="TextBox 18628">
              <a:extLst>
                <a:ext uri="{FF2B5EF4-FFF2-40B4-BE49-F238E27FC236}">
                  <a16:creationId xmlns:a16="http://schemas.microsoft.com/office/drawing/2014/main" id="{209EA37A-43CF-A8F8-7E2E-514407DEC696}"/>
                </a:ext>
              </a:extLst>
            </p:cNvPr>
            <p:cNvSpPr txBox="1"/>
            <p:nvPr/>
          </p:nvSpPr>
          <p:spPr>
            <a:xfrm>
              <a:off x="1775925" y="4302911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30" name="TextBox 18629">
              <a:extLst>
                <a:ext uri="{FF2B5EF4-FFF2-40B4-BE49-F238E27FC236}">
                  <a16:creationId xmlns:a16="http://schemas.microsoft.com/office/drawing/2014/main" id="{8001F821-CB1B-53B9-0823-D7A5D0AAE471}"/>
                </a:ext>
              </a:extLst>
            </p:cNvPr>
            <p:cNvSpPr txBox="1"/>
            <p:nvPr/>
          </p:nvSpPr>
          <p:spPr>
            <a:xfrm>
              <a:off x="1057560" y="4302911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31" name="TextBox 18630">
              <a:extLst>
                <a:ext uri="{FF2B5EF4-FFF2-40B4-BE49-F238E27FC236}">
                  <a16:creationId xmlns:a16="http://schemas.microsoft.com/office/drawing/2014/main" id="{C4078FA7-5648-806F-7C47-A33940515565}"/>
                </a:ext>
              </a:extLst>
            </p:cNvPr>
            <p:cNvSpPr txBox="1"/>
            <p:nvPr/>
          </p:nvSpPr>
          <p:spPr>
            <a:xfrm>
              <a:off x="4464029" y="3055943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32" name="TextBox 18631">
              <a:extLst>
                <a:ext uri="{FF2B5EF4-FFF2-40B4-BE49-F238E27FC236}">
                  <a16:creationId xmlns:a16="http://schemas.microsoft.com/office/drawing/2014/main" id="{2E66356A-DF50-632C-6596-AC048940C0FC}"/>
                </a:ext>
              </a:extLst>
            </p:cNvPr>
            <p:cNvSpPr txBox="1"/>
            <p:nvPr/>
          </p:nvSpPr>
          <p:spPr>
            <a:xfrm>
              <a:off x="3760397" y="3845655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33" name="TextBox 18632">
              <a:extLst>
                <a:ext uri="{FF2B5EF4-FFF2-40B4-BE49-F238E27FC236}">
                  <a16:creationId xmlns:a16="http://schemas.microsoft.com/office/drawing/2014/main" id="{2D88E44F-F7C7-083D-A4B6-7F552A93AB90}"/>
                </a:ext>
              </a:extLst>
            </p:cNvPr>
            <p:cNvSpPr txBox="1"/>
            <p:nvPr/>
          </p:nvSpPr>
          <p:spPr>
            <a:xfrm>
              <a:off x="499549" y="4062139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637" name="직사각형 7">
            <a:extLst>
              <a:ext uri="{FF2B5EF4-FFF2-40B4-BE49-F238E27FC236}">
                <a16:creationId xmlns:a16="http://schemas.microsoft.com/office/drawing/2014/main" id="{6B35DA41-076E-9C23-197D-9705CCCDD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9" y="1214439"/>
            <a:ext cx="89296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of 4×4 Array Multiplier</a:t>
            </a:r>
            <a:endParaRPr kumimoji="0" lang="en-US" altLang="ko-KR" sz="15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38" name="TextBox 1">
                <a:extLst>
                  <a:ext uri="{FF2B5EF4-FFF2-40B4-BE49-F238E27FC236}">
                    <a16:creationId xmlns:a16="http://schemas.microsoft.com/office/drawing/2014/main" id="{43E9F18A-BF66-CA2F-497B-9089AB616B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3127" y="5360393"/>
                <a:ext cx="2532587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1800" b="1">
                    <a:solidFill>
                      <a:srgbClr val="FF0000"/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Let assume the delay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1800" b="1">
                    <a:solidFill>
                      <a:srgbClr val="FF0000"/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: HA 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≅</m:t>
                    </m:r>
                  </m:oMath>
                </a14:m>
                <a:r>
                  <a:rPr lang="ko-KR" altLang="en-US" sz="1800" b="1">
                    <a:solidFill>
                      <a:srgbClr val="FF0000"/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 </a:t>
                </a:r>
                <a:r>
                  <a:rPr lang="en-US" altLang="ko-KR" sz="1800" b="1">
                    <a:solidFill>
                      <a:srgbClr val="FF0000"/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FA</a:t>
                </a:r>
                <a:endParaRPr lang="ko-KR" altLang="en-US" sz="1800" b="1">
                  <a:solidFill>
                    <a:srgbClr val="FF0000"/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638" name="TextBox 1">
                <a:extLst>
                  <a:ext uri="{FF2B5EF4-FFF2-40B4-BE49-F238E27FC236}">
                    <a16:creationId xmlns:a16="http://schemas.microsoft.com/office/drawing/2014/main" id="{43E9F18A-BF66-CA2F-497B-9089AB616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3127" y="5360393"/>
                <a:ext cx="2532587" cy="646331"/>
              </a:xfrm>
              <a:prstGeom prst="rect">
                <a:avLst/>
              </a:prstGeom>
              <a:blipFill>
                <a:blip r:embed="rId4"/>
                <a:stretch>
                  <a:fillRect l="-1928" t="-4717" r="-723" b="-141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번호 개체 틀 3">
            <a:extLst>
              <a:ext uri="{FF2B5EF4-FFF2-40B4-BE49-F238E27FC236}">
                <a16:creationId xmlns:a16="http://schemas.microsoft.com/office/drawing/2014/main" id="{6B206D69-E0CF-B63C-96AD-9BA332A5A8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2F0071-54AE-4798-8071-55C55CCFCC2D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14" name="제목 4">
            <a:extLst>
              <a:ext uri="{FF2B5EF4-FFF2-40B4-BE49-F238E27FC236}">
                <a16:creationId xmlns:a16="http://schemas.microsoft.com/office/drawing/2014/main" id="{B16FBC85-3EB3-8EFA-6EF2-0839891EFD1E}"/>
              </a:ext>
            </a:extLst>
          </p:cNvPr>
          <p:cNvSpPr txBox="1">
            <a:spLocks/>
          </p:cNvSpPr>
          <p:nvPr/>
        </p:nvSpPr>
        <p:spPr>
          <a:xfrm>
            <a:off x="1343026" y="188913"/>
            <a:ext cx="9324975" cy="79216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4</a:t>
            </a:r>
            <a:r>
              <a:rPr kumimoji="0" lang="en-US" altLang="ko-KR" sz="5400" b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×</a:t>
            </a: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4 Carry Save Multiplier </a:t>
            </a:r>
          </a:p>
        </p:txBody>
      </p:sp>
      <p:sp>
        <p:nvSpPr>
          <p:cNvPr id="19460" name="직사각형 7">
            <a:extLst>
              <a:ext uri="{FF2B5EF4-FFF2-40B4-BE49-F238E27FC236}">
                <a16:creationId xmlns:a16="http://schemas.microsoft.com/office/drawing/2014/main" id="{D531BF65-6C98-1F21-A8B0-B452F34E4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9" y="1214439"/>
            <a:ext cx="89296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22×22 Carry Save Multiplier ( RC Adder in the last stage ) </a:t>
            </a:r>
            <a:endParaRPr kumimoji="0" lang="en-US" altLang="ko-KR" sz="15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1" name="TextBox 1">
            <a:extLst>
              <a:ext uri="{FF2B5EF4-FFF2-40B4-BE49-F238E27FC236}">
                <a16:creationId xmlns:a16="http://schemas.microsoft.com/office/drawing/2014/main" id="{058700B4-D3FD-6A83-A9FD-95C7E6D7A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651000"/>
            <a:ext cx="3058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Ex) 4×4 Carry Save Multiplier</a:t>
            </a:r>
            <a:endParaRPr lang="ko-KR" altLang="en-US" sz="1600" b="1" dirty="0">
              <a:solidFill>
                <a:srgbClr val="FF0000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9882" name="그룹 19881">
            <a:extLst>
              <a:ext uri="{FF2B5EF4-FFF2-40B4-BE49-F238E27FC236}">
                <a16:creationId xmlns:a16="http://schemas.microsoft.com/office/drawing/2014/main" id="{216C5437-DB6E-3B80-802D-4D4D2115DB7C}"/>
              </a:ext>
            </a:extLst>
          </p:cNvPr>
          <p:cNvGrpSpPr/>
          <p:nvPr/>
        </p:nvGrpSpPr>
        <p:grpSpPr>
          <a:xfrm>
            <a:off x="8619555" y="4459729"/>
            <a:ext cx="1827212" cy="1525588"/>
            <a:chOff x="5313363" y="4429125"/>
            <a:chExt cx="1827212" cy="1525588"/>
          </a:xfrm>
        </p:grpSpPr>
        <p:pic>
          <p:nvPicPr>
            <p:cNvPr id="19464" name="Picture 2">
              <a:extLst>
                <a:ext uri="{FF2B5EF4-FFF2-40B4-BE49-F238E27FC236}">
                  <a16:creationId xmlns:a16="http://schemas.microsoft.com/office/drawing/2014/main" id="{BC06F75D-8683-4737-4D09-2BCA55DEE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7875" y="4429125"/>
              <a:ext cx="714375" cy="152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D9BA43E-7745-A727-6409-DE7B7B03D308}"/>
                </a:ext>
              </a:extLst>
            </p:cNvPr>
            <p:cNvCxnSpPr/>
            <p:nvPr/>
          </p:nvCxnSpPr>
          <p:spPr>
            <a:xfrm rot="10800000">
              <a:off x="6564313" y="5214938"/>
              <a:ext cx="285750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634A5D8-3047-24B2-A390-F22CFD44EA25}"/>
                </a:ext>
              </a:extLst>
            </p:cNvPr>
            <p:cNvCxnSpPr/>
            <p:nvPr/>
          </p:nvCxnSpPr>
          <p:spPr>
            <a:xfrm rot="10800000">
              <a:off x="5588000" y="5222875"/>
              <a:ext cx="28575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67" name="TextBox 25">
              <a:extLst>
                <a:ext uri="{FF2B5EF4-FFF2-40B4-BE49-F238E27FC236}">
                  <a16:creationId xmlns:a16="http://schemas.microsoft.com/office/drawing/2014/main" id="{5E60EF6D-D03F-2B96-C4CB-4F541999B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2438" y="5048250"/>
              <a:ext cx="3381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i="1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C</a:t>
              </a:r>
              <a:r>
                <a:rPr lang="en-US" altLang="ko-KR" sz="1400" b="1" i="1" baseline="-2500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i</a:t>
              </a:r>
              <a:endParaRPr lang="ko-KR" altLang="en-US" sz="1400" b="1" i="1" baseline="-2500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9468" name="TextBox 26">
              <a:extLst>
                <a:ext uri="{FF2B5EF4-FFF2-40B4-BE49-F238E27FC236}">
                  <a16:creationId xmlns:a16="http://schemas.microsoft.com/office/drawing/2014/main" id="{5A3EDCAF-AA94-5108-2B3D-73DDD1F01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363" y="5072063"/>
              <a:ext cx="3635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i="1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C</a:t>
              </a:r>
              <a:r>
                <a:rPr lang="en-US" altLang="ko-KR" sz="1400" b="1" i="1" baseline="-2500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o</a:t>
              </a:r>
              <a:endParaRPr lang="ko-KR" altLang="en-US" sz="1400" b="1" i="1" baseline="-2500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9469" name="TextBox 1">
            <a:extLst>
              <a:ext uri="{FF2B5EF4-FFF2-40B4-BE49-F238E27FC236}">
                <a16:creationId xmlns:a16="http://schemas.microsoft.com/office/drawing/2014/main" id="{72E8ACB9-9B3D-58F4-C48C-896F813C3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162" y="5932141"/>
            <a:ext cx="69953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ko-KR" sz="1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Ripple Carry Adder in the last Stage (Vector Merging Adder)</a:t>
            </a:r>
            <a:endParaRPr lang="ko-KR" altLang="en-US" sz="1800" b="1">
              <a:solidFill>
                <a:srgbClr val="FF0000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ADC171E-9AD0-A172-B90F-074E8A85D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472285"/>
              </p:ext>
            </p:extLst>
          </p:nvPr>
        </p:nvGraphicFramePr>
        <p:xfrm>
          <a:off x="7248128" y="1732776"/>
          <a:ext cx="328494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94">
                  <a:extLst>
                    <a:ext uri="{9D8B030D-6E8A-4147-A177-3AD203B41FA5}">
                      <a16:colId xmlns:a16="http://schemas.microsoft.com/office/drawing/2014/main" val="278340803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3076683759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127330526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077489039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166925915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3706012863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2822143512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043640455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968496097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23505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40373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92739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552192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823963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+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027971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32958"/>
                  </a:ext>
                </a:extLst>
              </a:tr>
            </a:tbl>
          </a:graphicData>
        </a:graphic>
      </p:graphicFrame>
      <p:grpSp>
        <p:nvGrpSpPr>
          <p:cNvPr id="19995" name="그룹 19994">
            <a:extLst>
              <a:ext uri="{FF2B5EF4-FFF2-40B4-BE49-F238E27FC236}">
                <a16:creationId xmlns:a16="http://schemas.microsoft.com/office/drawing/2014/main" id="{78DCDDFF-63BB-6D18-40AB-FD445D003A82}"/>
              </a:ext>
            </a:extLst>
          </p:cNvPr>
          <p:cNvGrpSpPr/>
          <p:nvPr/>
        </p:nvGrpSpPr>
        <p:grpSpPr>
          <a:xfrm>
            <a:off x="6554518" y="4459729"/>
            <a:ext cx="1258887" cy="1525588"/>
            <a:chOff x="5313363" y="4429125"/>
            <a:chExt cx="1258887" cy="1525588"/>
          </a:xfrm>
        </p:grpSpPr>
        <p:pic>
          <p:nvPicPr>
            <p:cNvPr id="19996" name="Picture 2">
              <a:extLst>
                <a:ext uri="{FF2B5EF4-FFF2-40B4-BE49-F238E27FC236}">
                  <a16:creationId xmlns:a16="http://schemas.microsoft.com/office/drawing/2014/main" id="{708BAAB9-5CE6-D3D8-CE96-DAB655B572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7875" y="4429125"/>
              <a:ext cx="714375" cy="152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9998" name="직선 화살표 연결선 19997">
              <a:extLst>
                <a:ext uri="{FF2B5EF4-FFF2-40B4-BE49-F238E27FC236}">
                  <a16:creationId xmlns:a16="http://schemas.microsoft.com/office/drawing/2014/main" id="{A5C96192-B189-19EA-51D1-E76FA93AB9D2}"/>
                </a:ext>
              </a:extLst>
            </p:cNvPr>
            <p:cNvCxnSpPr/>
            <p:nvPr/>
          </p:nvCxnSpPr>
          <p:spPr>
            <a:xfrm rot="10800000">
              <a:off x="5588000" y="5222875"/>
              <a:ext cx="28575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00" name="TextBox 26">
              <a:extLst>
                <a:ext uri="{FF2B5EF4-FFF2-40B4-BE49-F238E27FC236}">
                  <a16:creationId xmlns:a16="http://schemas.microsoft.com/office/drawing/2014/main" id="{0BE5F9D1-DEFC-F5BA-5A4C-DB041D7A74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363" y="5072063"/>
              <a:ext cx="3635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i="1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C</a:t>
              </a:r>
              <a:r>
                <a:rPr lang="en-US" altLang="ko-KR" sz="1400" b="1" i="1" baseline="-2500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o</a:t>
              </a:r>
              <a:endParaRPr lang="ko-KR" altLang="en-US" sz="1400" b="1" i="1" baseline="-2500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20001" name="직사각형 20000">
            <a:extLst>
              <a:ext uri="{FF2B5EF4-FFF2-40B4-BE49-F238E27FC236}">
                <a16:creationId xmlns:a16="http://schemas.microsoft.com/office/drawing/2014/main" id="{5BE11CC3-8949-D786-4991-60D862A483F0}"/>
              </a:ext>
            </a:extLst>
          </p:cNvPr>
          <p:cNvSpPr/>
          <p:nvPr/>
        </p:nvSpPr>
        <p:spPr bwMode="gray">
          <a:xfrm>
            <a:off x="7116456" y="4916916"/>
            <a:ext cx="681370" cy="66056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400" b="1">
                <a:latin typeface="Arial" panose="020B0604020202020204" pitchFamily="34" charset="0"/>
                <a:cs typeface="Arial" panose="020B0604020202020204" pitchFamily="34" charset="0"/>
              </a:rPr>
              <a:t>HA</a:t>
            </a:r>
            <a:endParaRPr lang="ko-KR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02" name="직사각형 20001">
            <a:extLst>
              <a:ext uri="{FF2B5EF4-FFF2-40B4-BE49-F238E27FC236}">
                <a16:creationId xmlns:a16="http://schemas.microsoft.com/office/drawing/2014/main" id="{704101A5-8E84-C61D-2787-63C5A4BEC24B}"/>
              </a:ext>
            </a:extLst>
          </p:cNvPr>
          <p:cNvSpPr/>
          <p:nvPr/>
        </p:nvSpPr>
        <p:spPr bwMode="gray">
          <a:xfrm>
            <a:off x="9184538" y="4916916"/>
            <a:ext cx="681370" cy="66056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400" b="1">
                <a:latin typeface="Arial" panose="020B0604020202020204" pitchFamily="34" charset="0"/>
                <a:cs typeface="Arial" panose="020B0604020202020204" pitchFamily="34" charset="0"/>
              </a:rPr>
              <a:t>FA</a:t>
            </a:r>
            <a:endParaRPr lang="ko-KR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3D326B7-745D-9931-6B1E-F937FB6AD987}"/>
              </a:ext>
            </a:extLst>
          </p:cNvPr>
          <p:cNvGrpSpPr/>
          <p:nvPr/>
        </p:nvGrpSpPr>
        <p:grpSpPr>
          <a:xfrm>
            <a:off x="1595438" y="2086946"/>
            <a:ext cx="5724698" cy="3856292"/>
            <a:chOff x="1595438" y="2086946"/>
            <a:chExt cx="5724698" cy="3856292"/>
          </a:xfrm>
        </p:grpSpPr>
        <p:grpSp>
          <p:nvGrpSpPr>
            <p:cNvPr id="19991" name="그룹 19990">
              <a:extLst>
                <a:ext uri="{FF2B5EF4-FFF2-40B4-BE49-F238E27FC236}">
                  <a16:creationId xmlns:a16="http://schemas.microsoft.com/office/drawing/2014/main" id="{DF73034F-3DB4-4E05-01EF-B7FC8A8DBA3A}"/>
                </a:ext>
              </a:extLst>
            </p:cNvPr>
            <p:cNvGrpSpPr/>
            <p:nvPr/>
          </p:nvGrpSpPr>
          <p:grpSpPr>
            <a:xfrm>
              <a:off x="1595438" y="2086946"/>
              <a:ext cx="5724698" cy="3856292"/>
              <a:chOff x="71438" y="2086946"/>
              <a:chExt cx="5724698" cy="3856292"/>
            </a:xfrm>
          </p:grpSpPr>
          <p:sp>
            <p:nvSpPr>
              <p:cNvPr id="19990" name="사각형: 둥근 모서리 19989">
                <a:extLst>
                  <a:ext uri="{FF2B5EF4-FFF2-40B4-BE49-F238E27FC236}">
                    <a16:creationId xmlns:a16="http://schemas.microsoft.com/office/drawing/2014/main" id="{26653FDE-4177-7061-4788-E03BE0D353BC}"/>
                  </a:ext>
                </a:extLst>
              </p:cNvPr>
              <p:cNvSpPr/>
              <p:nvPr/>
            </p:nvSpPr>
            <p:spPr bwMode="gray">
              <a:xfrm>
                <a:off x="71438" y="5016833"/>
                <a:ext cx="3481347" cy="926405"/>
              </a:xfrm>
              <a:prstGeom prst="roundRect">
                <a:avLst/>
              </a:prstGeom>
              <a:pattFill prst="pct5">
                <a:fgClr>
                  <a:schemeClr val="tx1"/>
                </a:fgClr>
                <a:bgClr>
                  <a:schemeClr val="bg1"/>
                </a:bgClr>
              </a:pattFill>
              <a:ln w="1524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5" name="직사각형 19724">
                <a:extLst>
                  <a:ext uri="{FF2B5EF4-FFF2-40B4-BE49-F238E27FC236}">
                    <a16:creationId xmlns:a16="http://schemas.microsoft.com/office/drawing/2014/main" id="{F0800BF2-952D-8F89-EA82-EC49CAFD652B}"/>
                  </a:ext>
                </a:extLst>
              </p:cNvPr>
              <p:cNvSpPr/>
              <p:nvPr/>
            </p:nvSpPr>
            <p:spPr bwMode="gray">
              <a:xfrm>
                <a:off x="962728" y="4531522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26" name="순서도: 지연 19725">
                <a:extLst>
                  <a:ext uri="{FF2B5EF4-FFF2-40B4-BE49-F238E27FC236}">
                    <a16:creationId xmlns:a16="http://schemas.microsoft.com/office/drawing/2014/main" id="{B7265142-0CC6-F2AF-EC20-EFA142C19ABF}"/>
                  </a:ext>
                </a:extLst>
              </p:cNvPr>
              <p:cNvSpPr/>
              <p:nvPr/>
            </p:nvSpPr>
            <p:spPr bwMode="gray">
              <a:xfrm rot="5400000">
                <a:off x="1178752" y="4317270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27" name="직선 연결선 19726">
                <a:extLst>
                  <a:ext uri="{FF2B5EF4-FFF2-40B4-BE49-F238E27FC236}">
                    <a16:creationId xmlns:a16="http://schemas.microsoft.com/office/drawing/2014/main" id="{CBB87B2E-1C7E-7FF4-2C4D-A81E058A7AA0}"/>
                  </a:ext>
                </a:extLst>
              </p:cNvPr>
              <p:cNvCxnSpPr>
                <a:cxnSpLocks/>
                <a:stCxn id="19726" idx="3"/>
              </p:cNvCxnSpPr>
              <p:nvPr/>
            </p:nvCxnSpPr>
            <p:spPr>
              <a:xfrm>
                <a:off x="1250760" y="4461286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28" name="직선 화살표 연결선 19727">
                <a:extLst>
                  <a:ext uri="{FF2B5EF4-FFF2-40B4-BE49-F238E27FC236}">
                    <a16:creationId xmlns:a16="http://schemas.microsoft.com/office/drawing/2014/main" id="{D567AE67-321C-F716-337D-541261CA8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893" y="4181722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32" name="직사각형 19731">
                <a:extLst>
                  <a:ext uri="{FF2B5EF4-FFF2-40B4-BE49-F238E27FC236}">
                    <a16:creationId xmlns:a16="http://schemas.microsoft.com/office/drawing/2014/main" id="{A4420581-62C7-48B8-4D4E-52378E63596A}"/>
                  </a:ext>
                </a:extLst>
              </p:cNvPr>
              <p:cNvSpPr/>
              <p:nvPr/>
            </p:nvSpPr>
            <p:spPr bwMode="gray">
              <a:xfrm>
                <a:off x="1682808" y="4531522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33" name="순서도: 지연 19732">
                <a:extLst>
                  <a:ext uri="{FF2B5EF4-FFF2-40B4-BE49-F238E27FC236}">
                    <a16:creationId xmlns:a16="http://schemas.microsoft.com/office/drawing/2014/main" id="{21FBF7C6-4277-B688-2C65-74E4CAE0E0D9}"/>
                  </a:ext>
                </a:extLst>
              </p:cNvPr>
              <p:cNvSpPr/>
              <p:nvPr/>
            </p:nvSpPr>
            <p:spPr bwMode="gray">
              <a:xfrm rot="5400000">
                <a:off x="1898832" y="4317270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34" name="직선 연결선 19733">
                <a:extLst>
                  <a:ext uri="{FF2B5EF4-FFF2-40B4-BE49-F238E27FC236}">
                    <a16:creationId xmlns:a16="http://schemas.microsoft.com/office/drawing/2014/main" id="{BEECD34A-A5E7-E70C-09C4-35D1DC382B5A}"/>
                  </a:ext>
                </a:extLst>
              </p:cNvPr>
              <p:cNvCxnSpPr>
                <a:cxnSpLocks/>
                <a:stCxn id="19733" idx="3"/>
              </p:cNvCxnSpPr>
              <p:nvPr/>
            </p:nvCxnSpPr>
            <p:spPr>
              <a:xfrm>
                <a:off x="1970840" y="4461286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35" name="직선 화살표 연결선 19734">
                <a:extLst>
                  <a:ext uri="{FF2B5EF4-FFF2-40B4-BE49-F238E27FC236}">
                    <a16:creationId xmlns:a16="http://schemas.microsoft.com/office/drawing/2014/main" id="{F79A9374-B374-5D74-8F0C-7BDBB00AD3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6973" y="4181722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38" name="직사각형 19737">
                <a:extLst>
                  <a:ext uri="{FF2B5EF4-FFF2-40B4-BE49-F238E27FC236}">
                    <a16:creationId xmlns:a16="http://schemas.microsoft.com/office/drawing/2014/main" id="{4475F33D-DBE0-334C-A068-4621B88970BD}"/>
                  </a:ext>
                </a:extLst>
              </p:cNvPr>
              <p:cNvSpPr/>
              <p:nvPr/>
            </p:nvSpPr>
            <p:spPr bwMode="gray">
              <a:xfrm>
                <a:off x="2398273" y="4531522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39" name="순서도: 지연 19738">
                <a:extLst>
                  <a:ext uri="{FF2B5EF4-FFF2-40B4-BE49-F238E27FC236}">
                    <a16:creationId xmlns:a16="http://schemas.microsoft.com/office/drawing/2014/main" id="{322341C6-8D59-66A5-CB7F-49EDA0AFEB73}"/>
                  </a:ext>
                </a:extLst>
              </p:cNvPr>
              <p:cNvSpPr/>
              <p:nvPr/>
            </p:nvSpPr>
            <p:spPr bwMode="gray">
              <a:xfrm rot="5400000">
                <a:off x="2614297" y="4317270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40" name="직선 연결선 19739">
                <a:extLst>
                  <a:ext uri="{FF2B5EF4-FFF2-40B4-BE49-F238E27FC236}">
                    <a16:creationId xmlns:a16="http://schemas.microsoft.com/office/drawing/2014/main" id="{A48C089B-BE7D-C098-B3A7-77BC8B39C756}"/>
                  </a:ext>
                </a:extLst>
              </p:cNvPr>
              <p:cNvCxnSpPr>
                <a:cxnSpLocks/>
                <a:stCxn id="19739" idx="3"/>
              </p:cNvCxnSpPr>
              <p:nvPr/>
            </p:nvCxnSpPr>
            <p:spPr>
              <a:xfrm>
                <a:off x="2686305" y="4461286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41" name="직선 화살표 연결선 19740">
                <a:extLst>
                  <a:ext uri="{FF2B5EF4-FFF2-40B4-BE49-F238E27FC236}">
                    <a16:creationId xmlns:a16="http://schemas.microsoft.com/office/drawing/2014/main" id="{BED262BA-ABED-6960-D9C8-7C5402DF94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2438" y="4181722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44" name="직사각형 19743">
                <a:extLst>
                  <a:ext uri="{FF2B5EF4-FFF2-40B4-BE49-F238E27FC236}">
                    <a16:creationId xmlns:a16="http://schemas.microsoft.com/office/drawing/2014/main" id="{1E17994B-6F04-349E-6D34-54E9B7388034}"/>
                  </a:ext>
                </a:extLst>
              </p:cNvPr>
              <p:cNvSpPr/>
              <p:nvPr/>
            </p:nvSpPr>
            <p:spPr bwMode="gray">
              <a:xfrm>
                <a:off x="3113736" y="4531522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45" name="순서도: 지연 19744">
                <a:extLst>
                  <a:ext uri="{FF2B5EF4-FFF2-40B4-BE49-F238E27FC236}">
                    <a16:creationId xmlns:a16="http://schemas.microsoft.com/office/drawing/2014/main" id="{174911D4-1A47-701A-5C55-CD699DBD506A}"/>
                  </a:ext>
                </a:extLst>
              </p:cNvPr>
              <p:cNvSpPr/>
              <p:nvPr/>
            </p:nvSpPr>
            <p:spPr bwMode="gray">
              <a:xfrm rot="5400000">
                <a:off x="3329760" y="4317270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46" name="직선 연결선 19745">
                <a:extLst>
                  <a:ext uri="{FF2B5EF4-FFF2-40B4-BE49-F238E27FC236}">
                    <a16:creationId xmlns:a16="http://schemas.microsoft.com/office/drawing/2014/main" id="{AA56E899-BBAF-A462-8251-38C74FCBE5D7}"/>
                  </a:ext>
                </a:extLst>
              </p:cNvPr>
              <p:cNvCxnSpPr>
                <a:cxnSpLocks/>
                <a:stCxn id="19745" idx="3"/>
              </p:cNvCxnSpPr>
              <p:nvPr/>
            </p:nvCxnSpPr>
            <p:spPr>
              <a:xfrm>
                <a:off x="3401768" y="4461286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47" name="직선 화살표 연결선 19746">
                <a:extLst>
                  <a:ext uri="{FF2B5EF4-FFF2-40B4-BE49-F238E27FC236}">
                    <a16:creationId xmlns:a16="http://schemas.microsoft.com/office/drawing/2014/main" id="{F82FC5D3-0328-FF5B-D774-5FC1FC956E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7901" y="4181722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748" name="그룹 19747">
                <a:extLst>
                  <a:ext uri="{FF2B5EF4-FFF2-40B4-BE49-F238E27FC236}">
                    <a16:creationId xmlns:a16="http://schemas.microsoft.com/office/drawing/2014/main" id="{0F8544C4-AC11-E271-E70A-5AE7878D9430}"/>
                  </a:ext>
                </a:extLst>
              </p:cNvPr>
              <p:cNvGrpSpPr/>
              <p:nvPr/>
            </p:nvGrpSpPr>
            <p:grpSpPr>
              <a:xfrm>
                <a:off x="1284628" y="4145857"/>
                <a:ext cx="2151008" cy="169641"/>
                <a:chOff x="1307240" y="3499165"/>
                <a:chExt cx="2151008" cy="133776"/>
              </a:xfrm>
            </p:grpSpPr>
            <p:cxnSp>
              <p:nvCxnSpPr>
                <p:cNvPr id="19878" name="직선 화살표 연결선 19877">
                  <a:extLst>
                    <a:ext uri="{FF2B5EF4-FFF2-40B4-BE49-F238E27FC236}">
                      <a16:creationId xmlns:a16="http://schemas.microsoft.com/office/drawing/2014/main" id="{11C58C8A-3645-284A-012B-81420415D3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240" y="3499165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79" name="직선 화살표 연결선 19878">
                  <a:extLst>
                    <a:ext uri="{FF2B5EF4-FFF2-40B4-BE49-F238E27FC236}">
                      <a16:creationId xmlns:a16="http://schemas.microsoft.com/office/drawing/2014/main" id="{1929B44B-BC63-457F-265F-B9FD3734D5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7320" y="3499165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80" name="직선 화살표 연결선 19879">
                  <a:extLst>
                    <a:ext uri="{FF2B5EF4-FFF2-40B4-BE49-F238E27FC236}">
                      <a16:creationId xmlns:a16="http://schemas.microsoft.com/office/drawing/2014/main" id="{C17A2F17-049F-DF86-D4F3-E3A825670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2785" y="3499165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81" name="직선 화살표 연결선 19880">
                  <a:extLst>
                    <a:ext uri="{FF2B5EF4-FFF2-40B4-BE49-F238E27FC236}">
                      <a16:creationId xmlns:a16="http://schemas.microsoft.com/office/drawing/2014/main" id="{FBF3C7A8-745E-F699-2ED9-7C683F0959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58248" y="3499165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750" name="직선 화살표 연결선 19749">
                <a:extLst>
                  <a:ext uri="{FF2B5EF4-FFF2-40B4-BE49-F238E27FC236}">
                    <a16:creationId xmlns:a16="http://schemas.microsoft.com/office/drawing/2014/main" id="{FA8E67E8-785B-73F9-E94C-6A5CF9DF85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816" y="4103014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51" name="직선 화살표 연결선 19750">
                <a:extLst>
                  <a:ext uri="{FF2B5EF4-FFF2-40B4-BE49-F238E27FC236}">
                    <a16:creationId xmlns:a16="http://schemas.microsoft.com/office/drawing/2014/main" id="{60F166BC-E4B0-3002-B939-D5E79B07DC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0281" y="4103014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52" name="직선 화살표 연결선 19751">
                <a:extLst>
                  <a:ext uri="{FF2B5EF4-FFF2-40B4-BE49-F238E27FC236}">
                    <a16:creationId xmlns:a16="http://schemas.microsoft.com/office/drawing/2014/main" id="{7EDA55E2-6B92-06B8-17FC-0D81F92884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5744" y="4103014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53" name="직사각형 19752">
                <a:extLst>
                  <a:ext uri="{FF2B5EF4-FFF2-40B4-BE49-F238E27FC236}">
                    <a16:creationId xmlns:a16="http://schemas.microsoft.com/office/drawing/2014/main" id="{AFF363E8-A4D6-A983-37C8-4D5C2C6AED4D}"/>
                  </a:ext>
                </a:extLst>
              </p:cNvPr>
              <p:cNvSpPr/>
              <p:nvPr/>
            </p:nvSpPr>
            <p:spPr bwMode="gray">
              <a:xfrm>
                <a:off x="1676026" y="3742088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54" name="순서도: 지연 19753">
                <a:extLst>
                  <a:ext uri="{FF2B5EF4-FFF2-40B4-BE49-F238E27FC236}">
                    <a16:creationId xmlns:a16="http://schemas.microsoft.com/office/drawing/2014/main" id="{614DF7BE-CBFC-BA17-EB5F-C5D5668DDF1D}"/>
                  </a:ext>
                </a:extLst>
              </p:cNvPr>
              <p:cNvSpPr/>
              <p:nvPr/>
            </p:nvSpPr>
            <p:spPr bwMode="gray">
              <a:xfrm rot="5400000">
                <a:off x="1892050" y="3527836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55" name="직선 연결선 19754">
                <a:extLst>
                  <a:ext uri="{FF2B5EF4-FFF2-40B4-BE49-F238E27FC236}">
                    <a16:creationId xmlns:a16="http://schemas.microsoft.com/office/drawing/2014/main" id="{FF53195D-A4CF-771B-2FF2-A198205C1028}"/>
                  </a:ext>
                </a:extLst>
              </p:cNvPr>
              <p:cNvCxnSpPr>
                <a:cxnSpLocks/>
                <a:stCxn id="19754" idx="3"/>
              </p:cNvCxnSpPr>
              <p:nvPr/>
            </p:nvCxnSpPr>
            <p:spPr>
              <a:xfrm>
                <a:off x="1964058" y="3671852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56" name="직선 화살표 연결선 19755">
                <a:extLst>
                  <a:ext uri="{FF2B5EF4-FFF2-40B4-BE49-F238E27FC236}">
                    <a16:creationId xmlns:a16="http://schemas.microsoft.com/office/drawing/2014/main" id="{42508AF1-8622-728E-C38C-A56B774802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0191" y="3392288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58" name="직사각형 19757">
                <a:extLst>
                  <a:ext uri="{FF2B5EF4-FFF2-40B4-BE49-F238E27FC236}">
                    <a16:creationId xmlns:a16="http://schemas.microsoft.com/office/drawing/2014/main" id="{CE4F80BD-F2D3-D720-938D-06430E05FA51}"/>
                  </a:ext>
                </a:extLst>
              </p:cNvPr>
              <p:cNvSpPr/>
              <p:nvPr/>
            </p:nvSpPr>
            <p:spPr bwMode="gray">
              <a:xfrm>
                <a:off x="2396106" y="3742088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59" name="순서도: 지연 19758">
                <a:extLst>
                  <a:ext uri="{FF2B5EF4-FFF2-40B4-BE49-F238E27FC236}">
                    <a16:creationId xmlns:a16="http://schemas.microsoft.com/office/drawing/2014/main" id="{F10760AE-4E59-CDCC-0194-5FA37DFE613E}"/>
                  </a:ext>
                </a:extLst>
              </p:cNvPr>
              <p:cNvSpPr/>
              <p:nvPr/>
            </p:nvSpPr>
            <p:spPr bwMode="gray">
              <a:xfrm rot="5400000">
                <a:off x="2612130" y="3527836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60" name="직선 연결선 19759">
                <a:extLst>
                  <a:ext uri="{FF2B5EF4-FFF2-40B4-BE49-F238E27FC236}">
                    <a16:creationId xmlns:a16="http://schemas.microsoft.com/office/drawing/2014/main" id="{54CB25EA-D62F-0DF0-A832-C3126662D3BE}"/>
                  </a:ext>
                </a:extLst>
              </p:cNvPr>
              <p:cNvCxnSpPr>
                <a:cxnSpLocks/>
                <a:stCxn id="19759" idx="3"/>
              </p:cNvCxnSpPr>
              <p:nvPr/>
            </p:nvCxnSpPr>
            <p:spPr>
              <a:xfrm>
                <a:off x="2684138" y="3671852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61" name="직선 화살표 연결선 19760">
                <a:extLst>
                  <a:ext uri="{FF2B5EF4-FFF2-40B4-BE49-F238E27FC236}">
                    <a16:creationId xmlns:a16="http://schemas.microsoft.com/office/drawing/2014/main" id="{B109379B-AFE4-B5D8-4DBE-E01FAE215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271" y="3392288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63" name="직사각형 19762">
                <a:extLst>
                  <a:ext uri="{FF2B5EF4-FFF2-40B4-BE49-F238E27FC236}">
                    <a16:creationId xmlns:a16="http://schemas.microsoft.com/office/drawing/2014/main" id="{F943EB8A-8051-AA68-7357-D7A4AFA17175}"/>
                  </a:ext>
                </a:extLst>
              </p:cNvPr>
              <p:cNvSpPr/>
              <p:nvPr/>
            </p:nvSpPr>
            <p:spPr bwMode="gray">
              <a:xfrm>
                <a:off x="3111571" y="3742088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64" name="순서도: 지연 19763">
                <a:extLst>
                  <a:ext uri="{FF2B5EF4-FFF2-40B4-BE49-F238E27FC236}">
                    <a16:creationId xmlns:a16="http://schemas.microsoft.com/office/drawing/2014/main" id="{7C765ED8-4543-2942-ED7F-F33E601D0505}"/>
                  </a:ext>
                </a:extLst>
              </p:cNvPr>
              <p:cNvSpPr/>
              <p:nvPr/>
            </p:nvSpPr>
            <p:spPr bwMode="gray">
              <a:xfrm rot="5400000">
                <a:off x="3327595" y="3527836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65" name="직선 연결선 19764">
                <a:extLst>
                  <a:ext uri="{FF2B5EF4-FFF2-40B4-BE49-F238E27FC236}">
                    <a16:creationId xmlns:a16="http://schemas.microsoft.com/office/drawing/2014/main" id="{B47C6B48-EB58-26D5-100C-9B465A6CA424}"/>
                  </a:ext>
                </a:extLst>
              </p:cNvPr>
              <p:cNvCxnSpPr>
                <a:cxnSpLocks/>
                <a:stCxn id="19764" idx="3"/>
              </p:cNvCxnSpPr>
              <p:nvPr/>
            </p:nvCxnSpPr>
            <p:spPr>
              <a:xfrm>
                <a:off x="3399603" y="3671852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66" name="직선 화살표 연결선 19765">
                <a:extLst>
                  <a:ext uri="{FF2B5EF4-FFF2-40B4-BE49-F238E27FC236}">
                    <a16:creationId xmlns:a16="http://schemas.microsoft.com/office/drawing/2014/main" id="{7C1E67F0-8B94-CDD0-A5B4-2B349AA0CF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5736" y="3392288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68" name="직사각형 19767">
                <a:extLst>
                  <a:ext uri="{FF2B5EF4-FFF2-40B4-BE49-F238E27FC236}">
                    <a16:creationId xmlns:a16="http://schemas.microsoft.com/office/drawing/2014/main" id="{410DFD6A-2B5F-AC81-FD36-162446054F53}"/>
                  </a:ext>
                </a:extLst>
              </p:cNvPr>
              <p:cNvSpPr/>
              <p:nvPr/>
            </p:nvSpPr>
            <p:spPr bwMode="gray">
              <a:xfrm>
                <a:off x="3827034" y="3742088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69" name="순서도: 지연 19768">
                <a:extLst>
                  <a:ext uri="{FF2B5EF4-FFF2-40B4-BE49-F238E27FC236}">
                    <a16:creationId xmlns:a16="http://schemas.microsoft.com/office/drawing/2014/main" id="{2F22A364-3ACC-21A0-18B2-BBD2AB0CA0B4}"/>
                  </a:ext>
                </a:extLst>
              </p:cNvPr>
              <p:cNvSpPr/>
              <p:nvPr/>
            </p:nvSpPr>
            <p:spPr bwMode="gray">
              <a:xfrm rot="5400000">
                <a:off x="4043058" y="3527836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70" name="직선 연결선 19769">
                <a:extLst>
                  <a:ext uri="{FF2B5EF4-FFF2-40B4-BE49-F238E27FC236}">
                    <a16:creationId xmlns:a16="http://schemas.microsoft.com/office/drawing/2014/main" id="{89CFB276-D625-A6D7-8BC2-7C33A6874847}"/>
                  </a:ext>
                </a:extLst>
              </p:cNvPr>
              <p:cNvCxnSpPr>
                <a:cxnSpLocks/>
                <a:stCxn id="19769" idx="3"/>
              </p:cNvCxnSpPr>
              <p:nvPr/>
            </p:nvCxnSpPr>
            <p:spPr>
              <a:xfrm>
                <a:off x="4115066" y="3671852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71" name="직선 화살표 연결선 19770">
                <a:extLst>
                  <a:ext uri="{FF2B5EF4-FFF2-40B4-BE49-F238E27FC236}">
                    <a16:creationId xmlns:a16="http://schemas.microsoft.com/office/drawing/2014/main" id="{7BFDF441-BB7E-D156-B897-456D3E37BD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1199" y="3392288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772" name="그룹 19771">
                <a:extLst>
                  <a:ext uri="{FF2B5EF4-FFF2-40B4-BE49-F238E27FC236}">
                    <a16:creationId xmlns:a16="http://schemas.microsoft.com/office/drawing/2014/main" id="{C93FA8D9-054A-C2F6-BED9-58736944A798}"/>
                  </a:ext>
                </a:extLst>
              </p:cNvPr>
              <p:cNvGrpSpPr/>
              <p:nvPr/>
            </p:nvGrpSpPr>
            <p:grpSpPr>
              <a:xfrm>
                <a:off x="1997926" y="3351640"/>
                <a:ext cx="2151008" cy="174424"/>
                <a:chOff x="2020538" y="2709731"/>
                <a:chExt cx="2151008" cy="133776"/>
              </a:xfrm>
            </p:grpSpPr>
            <p:cxnSp>
              <p:nvCxnSpPr>
                <p:cNvPr id="19874" name="직선 화살표 연결선 19873">
                  <a:extLst>
                    <a:ext uri="{FF2B5EF4-FFF2-40B4-BE49-F238E27FC236}">
                      <a16:creationId xmlns:a16="http://schemas.microsoft.com/office/drawing/2014/main" id="{84A4DD2F-6538-A2AF-47DF-918406220A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0538" y="270973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75" name="직선 화살표 연결선 19874">
                  <a:extLst>
                    <a:ext uri="{FF2B5EF4-FFF2-40B4-BE49-F238E27FC236}">
                      <a16:creationId xmlns:a16="http://schemas.microsoft.com/office/drawing/2014/main" id="{180A3734-9ABE-248D-8625-E5EDC696A8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0618" y="270973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76" name="직선 화살표 연결선 19875">
                  <a:extLst>
                    <a:ext uri="{FF2B5EF4-FFF2-40B4-BE49-F238E27FC236}">
                      <a16:creationId xmlns:a16="http://schemas.microsoft.com/office/drawing/2014/main" id="{CB6EB6B2-83C5-146B-1662-C76621C843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56083" y="270973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77" name="직선 화살표 연결선 19876">
                  <a:extLst>
                    <a:ext uri="{FF2B5EF4-FFF2-40B4-BE49-F238E27FC236}">
                      <a16:creationId xmlns:a16="http://schemas.microsoft.com/office/drawing/2014/main" id="{C306D6D7-80EA-848E-612B-821AA27182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71546" y="270973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773" name="직선 화살표 연결선 19772">
                <a:extLst>
                  <a:ext uri="{FF2B5EF4-FFF2-40B4-BE49-F238E27FC236}">
                    <a16:creationId xmlns:a16="http://schemas.microsoft.com/office/drawing/2014/main" id="{3BAB929F-92D2-AE9D-73FE-6C101E41C1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8114" y="3313580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74" name="직선 화살표 연결선 19773">
                <a:extLst>
                  <a:ext uri="{FF2B5EF4-FFF2-40B4-BE49-F238E27FC236}">
                    <a16:creationId xmlns:a16="http://schemas.microsoft.com/office/drawing/2014/main" id="{8F4C0EA1-336D-1B46-F54A-59855191C3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3579" y="3313580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75" name="직선 화살표 연결선 19774">
                <a:extLst>
                  <a:ext uri="{FF2B5EF4-FFF2-40B4-BE49-F238E27FC236}">
                    <a16:creationId xmlns:a16="http://schemas.microsoft.com/office/drawing/2014/main" id="{8B698FF5-0538-7FE2-E6B5-CF4FA0B85E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9042" y="3313580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76" name="직선 화살표 연결선 19775">
                <a:extLst>
                  <a:ext uri="{FF2B5EF4-FFF2-40B4-BE49-F238E27FC236}">
                    <a16:creationId xmlns:a16="http://schemas.microsoft.com/office/drawing/2014/main" id="{15641911-08FE-AD16-BB30-46E71F7F1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9042" y="4101244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77" name="직사각형 19776">
                <a:extLst>
                  <a:ext uri="{FF2B5EF4-FFF2-40B4-BE49-F238E27FC236}">
                    <a16:creationId xmlns:a16="http://schemas.microsoft.com/office/drawing/2014/main" id="{4DDF0AD8-E959-8410-9AEE-62590DF1F102}"/>
                  </a:ext>
                </a:extLst>
              </p:cNvPr>
              <p:cNvSpPr/>
              <p:nvPr/>
            </p:nvSpPr>
            <p:spPr bwMode="gray">
              <a:xfrm>
                <a:off x="2380916" y="2951587"/>
                <a:ext cx="360040" cy="360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78" name="순서도: 지연 19777">
                <a:extLst>
                  <a:ext uri="{FF2B5EF4-FFF2-40B4-BE49-F238E27FC236}">
                    <a16:creationId xmlns:a16="http://schemas.microsoft.com/office/drawing/2014/main" id="{5E831333-9314-4C28-BD52-9DCC0A31CB44}"/>
                  </a:ext>
                </a:extLst>
              </p:cNvPr>
              <p:cNvSpPr/>
              <p:nvPr/>
            </p:nvSpPr>
            <p:spPr bwMode="gray">
              <a:xfrm rot="5400000">
                <a:off x="2596940" y="2737335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79" name="직선 연결선 19778">
                <a:extLst>
                  <a:ext uri="{FF2B5EF4-FFF2-40B4-BE49-F238E27FC236}">
                    <a16:creationId xmlns:a16="http://schemas.microsoft.com/office/drawing/2014/main" id="{439C6939-7731-07B0-02DC-AAC64C36769F}"/>
                  </a:ext>
                </a:extLst>
              </p:cNvPr>
              <p:cNvCxnSpPr>
                <a:cxnSpLocks/>
                <a:stCxn id="19778" idx="3"/>
              </p:cNvCxnSpPr>
              <p:nvPr/>
            </p:nvCxnSpPr>
            <p:spPr>
              <a:xfrm>
                <a:off x="2668948" y="2881351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80" name="직선 화살표 연결선 19779">
                <a:extLst>
                  <a:ext uri="{FF2B5EF4-FFF2-40B4-BE49-F238E27FC236}">
                    <a16:creationId xmlns:a16="http://schemas.microsoft.com/office/drawing/2014/main" id="{F48F96DA-7E2B-BD73-2875-426844725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5081" y="2601787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82" name="직사각형 19781">
                <a:extLst>
                  <a:ext uri="{FF2B5EF4-FFF2-40B4-BE49-F238E27FC236}">
                    <a16:creationId xmlns:a16="http://schemas.microsoft.com/office/drawing/2014/main" id="{EBA32635-25E6-33F7-AB7F-B9AC94670FCC}"/>
                  </a:ext>
                </a:extLst>
              </p:cNvPr>
              <p:cNvSpPr/>
              <p:nvPr/>
            </p:nvSpPr>
            <p:spPr bwMode="gray">
              <a:xfrm>
                <a:off x="3100996" y="2951587"/>
                <a:ext cx="360040" cy="360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83" name="순서도: 지연 19782">
                <a:extLst>
                  <a:ext uri="{FF2B5EF4-FFF2-40B4-BE49-F238E27FC236}">
                    <a16:creationId xmlns:a16="http://schemas.microsoft.com/office/drawing/2014/main" id="{C6C352D3-55E3-DF97-19B0-DBC0564A29FE}"/>
                  </a:ext>
                </a:extLst>
              </p:cNvPr>
              <p:cNvSpPr/>
              <p:nvPr/>
            </p:nvSpPr>
            <p:spPr bwMode="gray">
              <a:xfrm rot="5400000">
                <a:off x="3317020" y="2737335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84" name="직선 연결선 19783">
                <a:extLst>
                  <a:ext uri="{FF2B5EF4-FFF2-40B4-BE49-F238E27FC236}">
                    <a16:creationId xmlns:a16="http://schemas.microsoft.com/office/drawing/2014/main" id="{2BCAC10F-8CB7-5E11-F658-8281C6509092}"/>
                  </a:ext>
                </a:extLst>
              </p:cNvPr>
              <p:cNvCxnSpPr>
                <a:cxnSpLocks/>
                <a:stCxn id="19783" idx="3"/>
              </p:cNvCxnSpPr>
              <p:nvPr/>
            </p:nvCxnSpPr>
            <p:spPr>
              <a:xfrm>
                <a:off x="3389028" y="2881351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85" name="직선 화살표 연결선 19784">
                <a:extLst>
                  <a:ext uri="{FF2B5EF4-FFF2-40B4-BE49-F238E27FC236}">
                    <a16:creationId xmlns:a16="http://schemas.microsoft.com/office/drawing/2014/main" id="{D1B0B2CB-7B82-97BF-1891-4F14FCEBD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5161" y="2601787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87" name="직사각형 19786">
                <a:extLst>
                  <a:ext uri="{FF2B5EF4-FFF2-40B4-BE49-F238E27FC236}">
                    <a16:creationId xmlns:a16="http://schemas.microsoft.com/office/drawing/2014/main" id="{E73DC3C9-0D59-4851-FAE0-40AF2C3A29CB}"/>
                  </a:ext>
                </a:extLst>
              </p:cNvPr>
              <p:cNvSpPr/>
              <p:nvPr/>
            </p:nvSpPr>
            <p:spPr bwMode="gray">
              <a:xfrm>
                <a:off x="3816461" y="2951587"/>
                <a:ext cx="360040" cy="360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88" name="순서도: 지연 19787">
                <a:extLst>
                  <a:ext uri="{FF2B5EF4-FFF2-40B4-BE49-F238E27FC236}">
                    <a16:creationId xmlns:a16="http://schemas.microsoft.com/office/drawing/2014/main" id="{FA3C6D28-3355-C6EF-7538-FF6B565B3DDA}"/>
                  </a:ext>
                </a:extLst>
              </p:cNvPr>
              <p:cNvSpPr/>
              <p:nvPr/>
            </p:nvSpPr>
            <p:spPr bwMode="gray">
              <a:xfrm rot="5400000">
                <a:off x="4032485" y="2737335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89" name="직선 연결선 19788">
                <a:extLst>
                  <a:ext uri="{FF2B5EF4-FFF2-40B4-BE49-F238E27FC236}">
                    <a16:creationId xmlns:a16="http://schemas.microsoft.com/office/drawing/2014/main" id="{B9DD64E3-E158-A316-22E7-292B7AC9C6BD}"/>
                  </a:ext>
                </a:extLst>
              </p:cNvPr>
              <p:cNvCxnSpPr>
                <a:cxnSpLocks/>
                <a:stCxn id="19788" idx="3"/>
              </p:cNvCxnSpPr>
              <p:nvPr/>
            </p:nvCxnSpPr>
            <p:spPr>
              <a:xfrm>
                <a:off x="4104493" y="2881351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90" name="직선 화살표 연결선 19789">
                <a:extLst>
                  <a:ext uri="{FF2B5EF4-FFF2-40B4-BE49-F238E27FC236}">
                    <a16:creationId xmlns:a16="http://schemas.microsoft.com/office/drawing/2014/main" id="{A05F05FB-FAA5-57B1-29A4-8DCB9881C7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0626" y="2601787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92" name="직사각형 19791">
                <a:extLst>
                  <a:ext uri="{FF2B5EF4-FFF2-40B4-BE49-F238E27FC236}">
                    <a16:creationId xmlns:a16="http://schemas.microsoft.com/office/drawing/2014/main" id="{8AC84277-7658-3564-075B-228BEC52BD63}"/>
                  </a:ext>
                </a:extLst>
              </p:cNvPr>
              <p:cNvSpPr/>
              <p:nvPr/>
            </p:nvSpPr>
            <p:spPr bwMode="gray">
              <a:xfrm>
                <a:off x="4531924" y="2951587"/>
                <a:ext cx="360040" cy="360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93" name="순서도: 지연 19792">
                <a:extLst>
                  <a:ext uri="{FF2B5EF4-FFF2-40B4-BE49-F238E27FC236}">
                    <a16:creationId xmlns:a16="http://schemas.microsoft.com/office/drawing/2014/main" id="{5FAD1D39-BCF1-0AE5-AED6-AF911E3E02E2}"/>
                  </a:ext>
                </a:extLst>
              </p:cNvPr>
              <p:cNvSpPr/>
              <p:nvPr/>
            </p:nvSpPr>
            <p:spPr bwMode="gray">
              <a:xfrm rot="5400000">
                <a:off x="4747948" y="2737335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94" name="직선 연결선 19793">
                <a:extLst>
                  <a:ext uri="{FF2B5EF4-FFF2-40B4-BE49-F238E27FC236}">
                    <a16:creationId xmlns:a16="http://schemas.microsoft.com/office/drawing/2014/main" id="{88AFF249-631E-6BAD-FC6B-8FA3778B84FF}"/>
                  </a:ext>
                </a:extLst>
              </p:cNvPr>
              <p:cNvCxnSpPr>
                <a:cxnSpLocks/>
                <a:stCxn id="19793" idx="3"/>
              </p:cNvCxnSpPr>
              <p:nvPr/>
            </p:nvCxnSpPr>
            <p:spPr>
              <a:xfrm>
                <a:off x="4819956" y="2881351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95" name="직선 화살표 연결선 19794">
                <a:extLst>
                  <a:ext uri="{FF2B5EF4-FFF2-40B4-BE49-F238E27FC236}">
                    <a16:creationId xmlns:a16="http://schemas.microsoft.com/office/drawing/2014/main" id="{1E3906B1-8513-EB46-889F-2E0176AEA1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89" y="2601787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796" name="그룹 19795">
                <a:extLst>
                  <a:ext uri="{FF2B5EF4-FFF2-40B4-BE49-F238E27FC236}">
                    <a16:creationId xmlns:a16="http://schemas.microsoft.com/office/drawing/2014/main" id="{F6245507-C365-4B19-45CC-68E6D3F63620}"/>
                  </a:ext>
                </a:extLst>
              </p:cNvPr>
              <p:cNvGrpSpPr/>
              <p:nvPr/>
            </p:nvGrpSpPr>
            <p:grpSpPr>
              <a:xfrm>
                <a:off x="2702816" y="2575363"/>
                <a:ext cx="2151008" cy="160200"/>
                <a:chOff x="2725428" y="1823128"/>
                <a:chExt cx="2151008" cy="229878"/>
              </a:xfrm>
            </p:grpSpPr>
            <p:cxnSp>
              <p:nvCxnSpPr>
                <p:cNvPr id="19870" name="직선 화살표 연결선 19869">
                  <a:extLst>
                    <a:ext uri="{FF2B5EF4-FFF2-40B4-BE49-F238E27FC236}">
                      <a16:creationId xmlns:a16="http://schemas.microsoft.com/office/drawing/2014/main" id="{30BA0BA4-2940-9BCA-5C2E-00A6338953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5428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71" name="직선 화살표 연결선 19870">
                  <a:extLst>
                    <a:ext uri="{FF2B5EF4-FFF2-40B4-BE49-F238E27FC236}">
                      <a16:creationId xmlns:a16="http://schemas.microsoft.com/office/drawing/2014/main" id="{2C45D199-FE6A-C4F0-2D89-C9D338C48F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45508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72" name="직선 화살표 연결선 19871">
                  <a:extLst>
                    <a:ext uri="{FF2B5EF4-FFF2-40B4-BE49-F238E27FC236}">
                      <a16:creationId xmlns:a16="http://schemas.microsoft.com/office/drawing/2014/main" id="{A868C93D-5BBC-50D0-D4E5-A23BB05456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60973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73" name="직선 화살표 연결선 19872">
                  <a:extLst>
                    <a:ext uri="{FF2B5EF4-FFF2-40B4-BE49-F238E27FC236}">
                      <a16:creationId xmlns:a16="http://schemas.microsoft.com/office/drawing/2014/main" id="{C53463EF-9961-551C-4858-1FAE38D59C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6436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797" name="직선 화살표 연결선 19796">
                <a:extLst>
                  <a:ext uri="{FF2B5EF4-FFF2-40B4-BE49-F238E27FC236}">
                    <a16:creationId xmlns:a16="http://schemas.microsoft.com/office/drawing/2014/main" id="{050B6036-CCAF-A5F4-432C-6996475DE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3004" y="2523079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98" name="직선 화살표 연결선 19797">
                <a:extLst>
                  <a:ext uri="{FF2B5EF4-FFF2-40B4-BE49-F238E27FC236}">
                    <a16:creationId xmlns:a16="http://schemas.microsoft.com/office/drawing/2014/main" id="{3A39CF5B-A69A-D486-2983-CCE702743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8469" y="2523079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99" name="직선 화살표 연결선 19798">
                <a:extLst>
                  <a:ext uri="{FF2B5EF4-FFF2-40B4-BE49-F238E27FC236}">
                    <a16:creationId xmlns:a16="http://schemas.microsoft.com/office/drawing/2014/main" id="{C41CF162-4306-DE60-231B-E3B32C5E09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3932" y="2523079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00" name="직선 화살표 연결선 19799">
                <a:extLst>
                  <a:ext uri="{FF2B5EF4-FFF2-40B4-BE49-F238E27FC236}">
                    <a16:creationId xmlns:a16="http://schemas.microsoft.com/office/drawing/2014/main" id="{21A22C6B-C01F-0BCA-E03D-7744C71DF6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3932" y="3311627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01" name="TextBox 19800">
                <a:extLst>
                  <a:ext uri="{FF2B5EF4-FFF2-40B4-BE49-F238E27FC236}">
                    <a16:creationId xmlns:a16="http://schemas.microsoft.com/office/drawing/2014/main" id="{B61FD5EF-212D-CE95-CD0A-B21746188C8E}"/>
                  </a:ext>
                </a:extLst>
              </p:cNvPr>
              <p:cNvSpPr txBox="1"/>
              <p:nvPr/>
            </p:nvSpPr>
            <p:spPr>
              <a:xfrm>
                <a:off x="967408" y="4118459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02" name="TextBox 19801">
                <a:extLst>
                  <a:ext uri="{FF2B5EF4-FFF2-40B4-BE49-F238E27FC236}">
                    <a16:creationId xmlns:a16="http://schemas.microsoft.com/office/drawing/2014/main" id="{550FB3F8-0B3A-F83D-5BDB-A55D03D5A5F1}"/>
                  </a:ext>
                </a:extLst>
              </p:cNvPr>
              <p:cNvSpPr txBox="1"/>
              <p:nvPr/>
            </p:nvSpPr>
            <p:spPr>
              <a:xfrm>
                <a:off x="1688032" y="4118459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03" name="TextBox 19802">
                <a:extLst>
                  <a:ext uri="{FF2B5EF4-FFF2-40B4-BE49-F238E27FC236}">
                    <a16:creationId xmlns:a16="http://schemas.microsoft.com/office/drawing/2014/main" id="{73BC24DB-E2B0-A9AF-5AAC-816E29F0A2D3}"/>
                  </a:ext>
                </a:extLst>
              </p:cNvPr>
              <p:cNvSpPr txBox="1"/>
              <p:nvPr/>
            </p:nvSpPr>
            <p:spPr>
              <a:xfrm>
                <a:off x="2394868" y="4118459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04" name="TextBox 19803">
                <a:extLst>
                  <a:ext uri="{FF2B5EF4-FFF2-40B4-BE49-F238E27FC236}">
                    <a16:creationId xmlns:a16="http://schemas.microsoft.com/office/drawing/2014/main" id="{B866D0CA-0AFD-C079-EFA1-BF8B772AE5AA}"/>
                  </a:ext>
                </a:extLst>
              </p:cNvPr>
              <p:cNvSpPr txBox="1"/>
              <p:nvPr/>
            </p:nvSpPr>
            <p:spPr>
              <a:xfrm>
                <a:off x="3115744" y="4118459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05" name="TextBox 19804">
                <a:extLst>
                  <a:ext uri="{FF2B5EF4-FFF2-40B4-BE49-F238E27FC236}">
                    <a16:creationId xmlns:a16="http://schemas.microsoft.com/office/drawing/2014/main" id="{42FF736C-31F2-8678-F262-16BB2E5A3854}"/>
                  </a:ext>
                </a:extLst>
              </p:cNvPr>
              <p:cNvSpPr txBox="1"/>
              <p:nvPr/>
            </p:nvSpPr>
            <p:spPr>
              <a:xfrm>
                <a:off x="1688032" y="332781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06" name="TextBox 19805">
                <a:extLst>
                  <a:ext uri="{FF2B5EF4-FFF2-40B4-BE49-F238E27FC236}">
                    <a16:creationId xmlns:a16="http://schemas.microsoft.com/office/drawing/2014/main" id="{F1BF5A96-D380-30B7-1BE6-34D3C76F82D8}"/>
                  </a:ext>
                </a:extLst>
              </p:cNvPr>
              <p:cNvSpPr txBox="1"/>
              <p:nvPr/>
            </p:nvSpPr>
            <p:spPr>
              <a:xfrm>
                <a:off x="2401554" y="332781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07" name="TextBox 19806">
                <a:extLst>
                  <a:ext uri="{FF2B5EF4-FFF2-40B4-BE49-F238E27FC236}">
                    <a16:creationId xmlns:a16="http://schemas.microsoft.com/office/drawing/2014/main" id="{4EE2654A-70AC-A0C6-7E30-BAD51F6BE7D4}"/>
                  </a:ext>
                </a:extLst>
              </p:cNvPr>
              <p:cNvSpPr txBox="1"/>
              <p:nvPr/>
            </p:nvSpPr>
            <p:spPr>
              <a:xfrm>
                <a:off x="3110264" y="332781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08" name="TextBox 19807">
                <a:extLst>
                  <a:ext uri="{FF2B5EF4-FFF2-40B4-BE49-F238E27FC236}">
                    <a16:creationId xmlns:a16="http://schemas.microsoft.com/office/drawing/2014/main" id="{6719E078-D2B7-9DC3-3953-4E6AF45AD384}"/>
                  </a:ext>
                </a:extLst>
              </p:cNvPr>
              <p:cNvSpPr txBox="1"/>
              <p:nvPr/>
            </p:nvSpPr>
            <p:spPr>
              <a:xfrm>
                <a:off x="3834023" y="332781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09" name="TextBox 19808">
                <a:extLst>
                  <a:ext uri="{FF2B5EF4-FFF2-40B4-BE49-F238E27FC236}">
                    <a16:creationId xmlns:a16="http://schemas.microsoft.com/office/drawing/2014/main" id="{4960571A-816C-0087-9CB0-75D526CDB68D}"/>
                  </a:ext>
                </a:extLst>
              </p:cNvPr>
              <p:cNvSpPr txBox="1"/>
              <p:nvPr/>
            </p:nvSpPr>
            <p:spPr>
              <a:xfrm>
                <a:off x="2401554" y="2537284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10" name="TextBox 19809">
                <a:extLst>
                  <a:ext uri="{FF2B5EF4-FFF2-40B4-BE49-F238E27FC236}">
                    <a16:creationId xmlns:a16="http://schemas.microsoft.com/office/drawing/2014/main" id="{9D72BFEB-B8B0-C588-96FA-2A92133EF046}"/>
                  </a:ext>
                </a:extLst>
              </p:cNvPr>
              <p:cNvSpPr txBox="1"/>
              <p:nvPr/>
            </p:nvSpPr>
            <p:spPr>
              <a:xfrm>
                <a:off x="3115499" y="2537284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11" name="TextBox 19810">
                <a:extLst>
                  <a:ext uri="{FF2B5EF4-FFF2-40B4-BE49-F238E27FC236}">
                    <a16:creationId xmlns:a16="http://schemas.microsoft.com/office/drawing/2014/main" id="{ACB04ED3-D69E-4535-42FE-6127B2002772}"/>
                  </a:ext>
                </a:extLst>
              </p:cNvPr>
              <p:cNvSpPr txBox="1"/>
              <p:nvPr/>
            </p:nvSpPr>
            <p:spPr>
              <a:xfrm>
                <a:off x="3820956" y="2537284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12" name="TextBox 19811">
                <a:extLst>
                  <a:ext uri="{FF2B5EF4-FFF2-40B4-BE49-F238E27FC236}">
                    <a16:creationId xmlns:a16="http://schemas.microsoft.com/office/drawing/2014/main" id="{72474F97-5D04-8D2E-CC5A-60699E87891D}"/>
                  </a:ext>
                </a:extLst>
              </p:cNvPr>
              <p:cNvSpPr txBox="1"/>
              <p:nvPr/>
            </p:nvSpPr>
            <p:spPr>
              <a:xfrm>
                <a:off x="4543294" y="2537284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813" name="그룹 19812">
                <a:extLst>
                  <a:ext uri="{FF2B5EF4-FFF2-40B4-BE49-F238E27FC236}">
                    <a16:creationId xmlns:a16="http://schemas.microsoft.com/office/drawing/2014/main" id="{3ED05ED7-4379-38A4-0DB0-3710524A4BB7}"/>
                  </a:ext>
                </a:extLst>
              </p:cNvPr>
              <p:cNvGrpSpPr/>
              <p:nvPr/>
            </p:nvGrpSpPr>
            <p:grpSpPr>
              <a:xfrm>
                <a:off x="2683851" y="2551618"/>
                <a:ext cx="2369593" cy="45719"/>
                <a:chOff x="2706463" y="1869061"/>
                <a:chExt cx="2369593" cy="45719"/>
              </a:xfrm>
            </p:grpSpPr>
            <p:cxnSp>
              <p:nvCxnSpPr>
                <p:cNvPr id="19865" name="직선 화살표 연결선 19864">
                  <a:extLst>
                    <a:ext uri="{FF2B5EF4-FFF2-40B4-BE49-F238E27FC236}">
                      <a16:creationId xmlns:a16="http://schemas.microsoft.com/office/drawing/2014/main" id="{C5FF8E5F-248D-9A4D-DCB0-FB7C4C6680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5428" y="1892806"/>
                  <a:ext cx="235062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866" name="타원 19865">
                  <a:extLst>
                    <a:ext uri="{FF2B5EF4-FFF2-40B4-BE49-F238E27FC236}">
                      <a16:creationId xmlns:a16="http://schemas.microsoft.com/office/drawing/2014/main" id="{045FF5A4-B8E7-CD40-9DDD-D59CB42BA074}"/>
                    </a:ext>
                  </a:extLst>
                </p:cNvPr>
                <p:cNvSpPr/>
                <p:nvPr/>
              </p:nvSpPr>
              <p:spPr bwMode="gray">
                <a:xfrm flipV="1">
                  <a:off x="27064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67" name="타원 19866">
                  <a:extLst>
                    <a:ext uri="{FF2B5EF4-FFF2-40B4-BE49-F238E27FC236}">
                      <a16:creationId xmlns:a16="http://schemas.microsoft.com/office/drawing/2014/main" id="{95D80BBC-DB59-021A-08D6-2EFC26723A42}"/>
                    </a:ext>
                  </a:extLst>
                </p:cNvPr>
                <p:cNvSpPr/>
                <p:nvPr/>
              </p:nvSpPr>
              <p:spPr bwMode="gray">
                <a:xfrm flipV="1">
                  <a:off x="342152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68" name="타원 19867">
                  <a:extLst>
                    <a:ext uri="{FF2B5EF4-FFF2-40B4-BE49-F238E27FC236}">
                      <a16:creationId xmlns:a16="http://schemas.microsoft.com/office/drawing/2014/main" id="{2FF00426-F964-D31A-5487-5F2103634C6B}"/>
                    </a:ext>
                  </a:extLst>
                </p:cNvPr>
                <p:cNvSpPr/>
                <p:nvPr/>
              </p:nvSpPr>
              <p:spPr bwMode="gray">
                <a:xfrm flipV="1">
                  <a:off x="413959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69" name="타원 19868">
                  <a:extLst>
                    <a:ext uri="{FF2B5EF4-FFF2-40B4-BE49-F238E27FC236}">
                      <a16:creationId xmlns:a16="http://schemas.microsoft.com/office/drawing/2014/main" id="{BF786BC1-3F15-13A6-1D49-D97DE34E185A}"/>
                    </a:ext>
                  </a:extLst>
                </p:cNvPr>
                <p:cNvSpPr/>
                <p:nvPr/>
              </p:nvSpPr>
              <p:spPr bwMode="gray">
                <a:xfrm flipV="1">
                  <a:off x="48568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814" name="그룹 19813">
                <a:extLst>
                  <a:ext uri="{FF2B5EF4-FFF2-40B4-BE49-F238E27FC236}">
                    <a16:creationId xmlns:a16="http://schemas.microsoft.com/office/drawing/2014/main" id="{9C0BB556-A02F-3657-E47B-BB0C512F2A5C}"/>
                  </a:ext>
                </a:extLst>
              </p:cNvPr>
              <p:cNvGrpSpPr/>
              <p:nvPr/>
            </p:nvGrpSpPr>
            <p:grpSpPr>
              <a:xfrm>
                <a:off x="1980495" y="3334654"/>
                <a:ext cx="2369593" cy="45719"/>
                <a:chOff x="2706463" y="1869061"/>
                <a:chExt cx="2369593" cy="45719"/>
              </a:xfrm>
            </p:grpSpPr>
            <p:cxnSp>
              <p:nvCxnSpPr>
                <p:cNvPr id="19860" name="직선 화살표 연결선 19859">
                  <a:extLst>
                    <a:ext uri="{FF2B5EF4-FFF2-40B4-BE49-F238E27FC236}">
                      <a16:creationId xmlns:a16="http://schemas.microsoft.com/office/drawing/2014/main" id="{C02E1D63-1812-A25B-9F96-B7066D00AE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5428" y="1892806"/>
                  <a:ext cx="235062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861" name="타원 19860">
                  <a:extLst>
                    <a:ext uri="{FF2B5EF4-FFF2-40B4-BE49-F238E27FC236}">
                      <a16:creationId xmlns:a16="http://schemas.microsoft.com/office/drawing/2014/main" id="{16CBC846-0EED-D58C-5CE1-6A5A46007AAF}"/>
                    </a:ext>
                  </a:extLst>
                </p:cNvPr>
                <p:cNvSpPr/>
                <p:nvPr/>
              </p:nvSpPr>
              <p:spPr bwMode="gray">
                <a:xfrm flipV="1">
                  <a:off x="27064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62" name="타원 19861">
                  <a:extLst>
                    <a:ext uri="{FF2B5EF4-FFF2-40B4-BE49-F238E27FC236}">
                      <a16:creationId xmlns:a16="http://schemas.microsoft.com/office/drawing/2014/main" id="{10F53150-1046-8663-CF4A-2499C2B7999A}"/>
                    </a:ext>
                  </a:extLst>
                </p:cNvPr>
                <p:cNvSpPr/>
                <p:nvPr/>
              </p:nvSpPr>
              <p:spPr bwMode="gray">
                <a:xfrm flipV="1">
                  <a:off x="342152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63" name="타원 19862">
                  <a:extLst>
                    <a:ext uri="{FF2B5EF4-FFF2-40B4-BE49-F238E27FC236}">
                      <a16:creationId xmlns:a16="http://schemas.microsoft.com/office/drawing/2014/main" id="{C1A1A0D3-FCCE-AE6A-10D8-E222882424F3}"/>
                    </a:ext>
                  </a:extLst>
                </p:cNvPr>
                <p:cNvSpPr/>
                <p:nvPr/>
              </p:nvSpPr>
              <p:spPr bwMode="gray">
                <a:xfrm flipV="1">
                  <a:off x="413959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64" name="타원 19863">
                  <a:extLst>
                    <a:ext uri="{FF2B5EF4-FFF2-40B4-BE49-F238E27FC236}">
                      <a16:creationId xmlns:a16="http://schemas.microsoft.com/office/drawing/2014/main" id="{5234526B-A8DD-89FC-6404-58D2D73CF128}"/>
                    </a:ext>
                  </a:extLst>
                </p:cNvPr>
                <p:cNvSpPr/>
                <p:nvPr/>
              </p:nvSpPr>
              <p:spPr bwMode="gray">
                <a:xfrm flipV="1">
                  <a:off x="48568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815" name="그룹 19814">
                <a:extLst>
                  <a:ext uri="{FF2B5EF4-FFF2-40B4-BE49-F238E27FC236}">
                    <a16:creationId xmlns:a16="http://schemas.microsoft.com/office/drawing/2014/main" id="{6C20008C-667B-5DA7-FB94-4BE0E30ACB30}"/>
                  </a:ext>
                </a:extLst>
              </p:cNvPr>
              <p:cNvGrpSpPr/>
              <p:nvPr/>
            </p:nvGrpSpPr>
            <p:grpSpPr>
              <a:xfrm>
                <a:off x="1264380" y="4121174"/>
                <a:ext cx="2369593" cy="45719"/>
                <a:chOff x="2706463" y="1869061"/>
                <a:chExt cx="2369593" cy="45719"/>
              </a:xfrm>
            </p:grpSpPr>
            <p:cxnSp>
              <p:nvCxnSpPr>
                <p:cNvPr id="19855" name="직선 화살표 연결선 19854">
                  <a:extLst>
                    <a:ext uri="{FF2B5EF4-FFF2-40B4-BE49-F238E27FC236}">
                      <a16:creationId xmlns:a16="http://schemas.microsoft.com/office/drawing/2014/main" id="{992A9BF2-9AA5-3C20-8C6B-FC8E6A818B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5428" y="1892806"/>
                  <a:ext cx="235062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856" name="타원 19855">
                  <a:extLst>
                    <a:ext uri="{FF2B5EF4-FFF2-40B4-BE49-F238E27FC236}">
                      <a16:creationId xmlns:a16="http://schemas.microsoft.com/office/drawing/2014/main" id="{08484A0D-0AE2-0C09-4839-766B40BA92A9}"/>
                    </a:ext>
                  </a:extLst>
                </p:cNvPr>
                <p:cNvSpPr/>
                <p:nvPr/>
              </p:nvSpPr>
              <p:spPr bwMode="gray">
                <a:xfrm flipV="1">
                  <a:off x="27064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57" name="타원 19856">
                  <a:extLst>
                    <a:ext uri="{FF2B5EF4-FFF2-40B4-BE49-F238E27FC236}">
                      <a16:creationId xmlns:a16="http://schemas.microsoft.com/office/drawing/2014/main" id="{54E8A59D-F197-A74D-0604-725947F9F809}"/>
                    </a:ext>
                  </a:extLst>
                </p:cNvPr>
                <p:cNvSpPr/>
                <p:nvPr/>
              </p:nvSpPr>
              <p:spPr bwMode="gray">
                <a:xfrm flipV="1">
                  <a:off x="342152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58" name="타원 19857">
                  <a:extLst>
                    <a:ext uri="{FF2B5EF4-FFF2-40B4-BE49-F238E27FC236}">
                      <a16:creationId xmlns:a16="http://schemas.microsoft.com/office/drawing/2014/main" id="{440BEB0B-418A-F19D-2769-343E8C24F19C}"/>
                    </a:ext>
                  </a:extLst>
                </p:cNvPr>
                <p:cNvSpPr/>
                <p:nvPr/>
              </p:nvSpPr>
              <p:spPr bwMode="gray">
                <a:xfrm flipV="1">
                  <a:off x="413959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859" name="타원 19858">
                  <a:extLst>
                    <a:ext uri="{FF2B5EF4-FFF2-40B4-BE49-F238E27FC236}">
                      <a16:creationId xmlns:a16="http://schemas.microsoft.com/office/drawing/2014/main" id="{AD995015-6D6A-53E4-EE0B-8B38F4855C4E}"/>
                    </a:ext>
                  </a:extLst>
                </p:cNvPr>
                <p:cNvSpPr/>
                <p:nvPr/>
              </p:nvSpPr>
              <p:spPr bwMode="gray">
                <a:xfrm flipV="1">
                  <a:off x="48568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9816" name="TextBox 19815">
                <a:extLst>
                  <a:ext uri="{FF2B5EF4-FFF2-40B4-BE49-F238E27FC236}">
                    <a16:creationId xmlns:a16="http://schemas.microsoft.com/office/drawing/2014/main" id="{E57840FE-2673-6203-D812-7F963F2C54D5}"/>
                  </a:ext>
                </a:extLst>
              </p:cNvPr>
              <p:cNvSpPr txBox="1"/>
              <p:nvPr/>
            </p:nvSpPr>
            <p:spPr>
              <a:xfrm>
                <a:off x="4972256" y="2451366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17" name="TextBox 19816">
                <a:extLst>
                  <a:ext uri="{FF2B5EF4-FFF2-40B4-BE49-F238E27FC236}">
                    <a16:creationId xmlns:a16="http://schemas.microsoft.com/office/drawing/2014/main" id="{036558CC-7823-3AF6-CA04-732B03FC1062}"/>
                  </a:ext>
                </a:extLst>
              </p:cNvPr>
              <p:cNvSpPr txBox="1"/>
              <p:nvPr/>
            </p:nvSpPr>
            <p:spPr>
              <a:xfrm>
                <a:off x="4271400" y="323348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18" name="TextBox 19817">
                <a:extLst>
                  <a:ext uri="{FF2B5EF4-FFF2-40B4-BE49-F238E27FC236}">
                    <a16:creationId xmlns:a16="http://schemas.microsoft.com/office/drawing/2014/main" id="{E4DB0D8D-65C2-0DFF-5DFB-BD69A2509E0F}"/>
                  </a:ext>
                </a:extLst>
              </p:cNvPr>
              <p:cNvSpPr txBox="1"/>
              <p:nvPr/>
            </p:nvSpPr>
            <p:spPr>
              <a:xfrm>
                <a:off x="3552785" y="4033052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819" name="그룹 19818">
                <a:extLst>
                  <a:ext uri="{FF2B5EF4-FFF2-40B4-BE49-F238E27FC236}">
                    <a16:creationId xmlns:a16="http://schemas.microsoft.com/office/drawing/2014/main" id="{09072791-F67D-1C77-13AD-CA2EE2FA0BB5}"/>
                  </a:ext>
                </a:extLst>
              </p:cNvPr>
              <p:cNvGrpSpPr/>
              <p:nvPr/>
            </p:nvGrpSpPr>
            <p:grpSpPr>
              <a:xfrm>
                <a:off x="2905906" y="2086946"/>
                <a:ext cx="2890230" cy="429985"/>
                <a:chOff x="2424166" y="1089600"/>
                <a:chExt cx="2890230" cy="429985"/>
              </a:xfrm>
            </p:grpSpPr>
            <p:sp>
              <p:nvSpPr>
                <p:cNvPr id="19831" name="순서도: 지연 19830">
                  <a:extLst>
                    <a:ext uri="{FF2B5EF4-FFF2-40B4-BE49-F238E27FC236}">
                      <a16:creationId xmlns:a16="http://schemas.microsoft.com/office/drawing/2014/main" id="{B9D6FD7C-8A6A-62F1-BF3C-3495A8AA1AAF}"/>
                    </a:ext>
                  </a:extLst>
                </p:cNvPr>
                <p:cNvSpPr/>
                <p:nvPr/>
              </p:nvSpPr>
              <p:spPr bwMode="gray">
                <a:xfrm rot="5400000">
                  <a:off x="2619552" y="1375569"/>
                  <a:ext cx="144016" cy="144016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832" name="직선 화살표 연결선 19831">
                  <a:extLst>
                    <a:ext uri="{FF2B5EF4-FFF2-40B4-BE49-F238E27FC236}">
                      <a16:creationId xmlns:a16="http://schemas.microsoft.com/office/drawing/2014/main" id="{C358E20B-FE84-E1FA-D0BC-CCCB672587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7693" y="124002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833" name="순서도: 지연 19832">
                  <a:extLst>
                    <a:ext uri="{FF2B5EF4-FFF2-40B4-BE49-F238E27FC236}">
                      <a16:creationId xmlns:a16="http://schemas.microsoft.com/office/drawing/2014/main" id="{4568BBEB-35D6-8043-8F65-652490A0A498}"/>
                    </a:ext>
                  </a:extLst>
                </p:cNvPr>
                <p:cNvSpPr/>
                <p:nvPr/>
              </p:nvSpPr>
              <p:spPr bwMode="gray">
                <a:xfrm rot="5400000">
                  <a:off x="3339632" y="1375569"/>
                  <a:ext cx="144016" cy="144016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834" name="직선 화살표 연결선 19833">
                  <a:extLst>
                    <a:ext uri="{FF2B5EF4-FFF2-40B4-BE49-F238E27FC236}">
                      <a16:creationId xmlns:a16="http://schemas.microsoft.com/office/drawing/2014/main" id="{3F6D8A6C-F21D-E0A7-5117-A045130B8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7773" y="124002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835" name="순서도: 지연 19834">
                  <a:extLst>
                    <a:ext uri="{FF2B5EF4-FFF2-40B4-BE49-F238E27FC236}">
                      <a16:creationId xmlns:a16="http://schemas.microsoft.com/office/drawing/2014/main" id="{2A62158C-F34E-DF2D-5698-7FE43424BB22}"/>
                    </a:ext>
                  </a:extLst>
                </p:cNvPr>
                <p:cNvSpPr/>
                <p:nvPr/>
              </p:nvSpPr>
              <p:spPr bwMode="gray">
                <a:xfrm rot="5400000">
                  <a:off x="4055097" y="1375569"/>
                  <a:ext cx="144016" cy="144016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836" name="직선 화살표 연결선 19835">
                  <a:extLst>
                    <a:ext uri="{FF2B5EF4-FFF2-40B4-BE49-F238E27FC236}">
                      <a16:creationId xmlns:a16="http://schemas.microsoft.com/office/drawing/2014/main" id="{4426CB24-1115-CDDB-A113-48D3C9E65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3238" y="124002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837" name="순서도: 지연 19836">
                  <a:extLst>
                    <a:ext uri="{FF2B5EF4-FFF2-40B4-BE49-F238E27FC236}">
                      <a16:creationId xmlns:a16="http://schemas.microsoft.com/office/drawing/2014/main" id="{6BE9058C-F57A-B50A-D325-979A9FD47FFE}"/>
                    </a:ext>
                  </a:extLst>
                </p:cNvPr>
                <p:cNvSpPr/>
                <p:nvPr/>
              </p:nvSpPr>
              <p:spPr bwMode="gray">
                <a:xfrm rot="5400000">
                  <a:off x="4770560" y="1375569"/>
                  <a:ext cx="144016" cy="144016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838" name="직선 화살표 연결선 19837">
                  <a:extLst>
                    <a:ext uri="{FF2B5EF4-FFF2-40B4-BE49-F238E27FC236}">
                      <a16:creationId xmlns:a16="http://schemas.microsoft.com/office/drawing/2014/main" id="{5F372F9F-593F-6D22-D6B9-ACE50A6607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8701" y="124002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839" name="그룹 19838">
                  <a:extLst>
                    <a:ext uri="{FF2B5EF4-FFF2-40B4-BE49-F238E27FC236}">
                      <a16:creationId xmlns:a16="http://schemas.microsoft.com/office/drawing/2014/main" id="{9C3EF016-D9D5-8699-8C42-4C0E4A498901}"/>
                    </a:ext>
                  </a:extLst>
                </p:cNvPr>
                <p:cNvGrpSpPr/>
                <p:nvPr/>
              </p:nvGrpSpPr>
              <p:grpSpPr>
                <a:xfrm>
                  <a:off x="2725428" y="1213597"/>
                  <a:ext cx="2151008" cy="160200"/>
                  <a:chOff x="2725428" y="1823128"/>
                  <a:chExt cx="2151008" cy="229878"/>
                </a:xfrm>
              </p:grpSpPr>
              <p:cxnSp>
                <p:nvCxnSpPr>
                  <p:cNvPr id="19851" name="직선 화살표 연결선 19850">
                    <a:extLst>
                      <a:ext uri="{FF2B5EF4-FFF2-40B4-BE49-F238E27FC236}">
                        <a16:creationId xmlns:a16="http://schemas.microsoft.com/office/drawing/2014/main" id="{00F12766-D93F-BA47-F55B-D9C6E5D483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25428" y="1823128"/>
                    <a:ext cx="0" cy="22987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52" name="직선 화살표 연결선 19851">
                    <a:extLst>
                      <a:ext uri="{FF2B5EF4-FFF2-40B4-BE49-F238E27FC236}">
                        <a16:creationId xmlns:a16="http://schemas.microsoft.com/office/drawing/2014/main" id="{A9EF6B9E-0FC7-5D4D-5594-4722C45B83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45508" y="1823128"/>
                    <a:ext cx="0" cy="22987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53" name="직선 화살표 연결선 19852">
                    <a:extLst>
                      <a:ext uri="{FF2B5EF4-FFF2-40B4-BE49-F238E27FC236}">
                        <a16:creationId xmlns:a16="http://schemas.microsoft.com/office/drawing/2014/main" id="{84F2B920-8C55-E69C-3D55-AFCF85D339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0973" y="1823128"/>
                    <a:ext cx="0" cy="22987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54" name="직선 화살표 연결선 19853">
                    <a:extLst>
                      <a:ext uri="{FF2B5EF4-FFF2-40B4-BE49-F238E27FC236}">
                        <a16:creationId xmlns:a16="http://schemas.microsoft.com/office/drawing/2014/main" id="{8F82BF29-E3FE-6D8A-59B3-EC8C8E9FAA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6436" y="1823128"/>
                    <a:ext cx="0" cy="22987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840" name="TextBox 19839">
                  <a:extLst>
                    <a:ext uri="{FF2B5EF4-FFF2-40B4-BE49-F238E27FC236}">
                      <a16:creationId xmlns:a16="http://schemas.microsoft.com/office/drawing/2014/main" id="{F04DCF17-5AB8-0403-2523-CBC78A66F049}"/>
                    </a:ext>
                  </a:extLst>
                </p:cNvPr>
                <p:cNvSpPr txBox="1"/>
                <p:nvPr/>
              </p:nvSpPr>
              <p:spPr>
                <a:xfrm>
                  <a:off x="2424166" y="1175518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41" name="TextBox 19840">
                  <a:extLst>
                    <a:ext uri="{FF2B5EF4-FFF2-40B4-BE49-F238E27FC236}">
                      <a16:creationId xmlns:a16="http://schemas.microsoft.com/office/drawing/2014/main" id="{E933D97F-BDC0-8010-3149-9F5934A82F6F}"/>
                    </a:ext>
                  </a:extLst>
                </p:cNvPr>
                <p:cNvSpPr txBox="1"/>
                <p:nvPr/>
              </p:nvSpPr>
              <p:spPr>
                <a:xfrm>
                  <a:off x="3138111" y="1175518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42" name="TextBox 19841">
                  <a:extLst>
                    <a:ext uri="{FF2B5EF4-FFF2-40B4-BE49-F238E27FC236}">
                      <a16:creationId xmlns:a16="http://schemas.microsoft.com/office/drawing/2014/main" id="{AA89860B-AE1C-EA06-309D-764C23BC2036}"/>
                    </a:ext>
                  </a:extLst>
                </p:cNvPr>
                <p:cNvSpPr txBox="1"/>
                <p:nvPr/>
              </p:nvSpPr>
              <p:spPr>
                <a:xfrm>
                  <a:off x="3843568" y="1175518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43" name="TextBox 19842">
                  <a:extLst>
                    <a:ext uri="{FF2B5EF4-FFF2-40B4-BE49-F238E27FC236}">
                      <a16:creationId xmlns:a16="http://schemas.microsoft.com/office/drawing/2014/main" id="{0463363D-DA29-0E8E-2BAC-775256EB9C41}"/>
                    </a:ext>
                  </a:extLst>
                </p:cNvPr>
                <p:cNvSpPr txBox="1"/>
                <p:nvPr/>
              </p:nvSpPr>
              <p:spPr>
                <a:xfrm>
                  <a:off x="4565906" y="1175518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844" name="그룹 19843">
                  <a:extLst>
                    <a:ext uri="{FF2B5EF4-FFF2-40B4-BE49-F238E27FC236}">
                      <a16:creationId xmlns:a16="http://schemas.microsoft.com/office/drawing/2014/main" id="{C1793E29-4623-6479-755E-8C93A91419EE}"/>
                    </a:ext>
                  </a:extLst>
                </p:cNvPr>
                <p:cNvGrpSpPr/>
                <p:nvPr/>
              </p:nvGrpSpPr>
              <p:grpSpPr>
                <a:xfrm>
                  <a:off x="2706463" y="1189852"/>
                  <a:ext cx="2369593" cy="45719"/>
                  <a:chOff x="2706463" y="1869061"/>
                  <a:chExt cx="2369593" cy="45719"/>
                </a:xfrm>
              </p:grpSpPr>
              <p:cxnSp>
                <p:nvCxnSpPr>
                  <p:cNvPr id="19846" name="직선 화살표 연결선 19845">
                    <a:extLst>
                      <a:ext uri="{FF2B5EF4-FFF2-40B4-BE49-F238E27FC236}">
                        <a16:creationId xmlns:a16="http://schemas.microsoft.com/office/drawing/2014/main" id="{8F3E0F98-39C1-65DA-672B-9D1BDE77B2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25428" y="1892806"/>
                    <a:ext cx="2350628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847" name="타원 19846">
                    <a:extLst>
                      <a:ext uri="{FF2B5EF4-FFF2-40B4-BE49-F238E27FC236}">
                        <a16:creationId xmlns:a16="http://schemas.microsoft.com/office/drawing/2014/main" id="{C0F6A0D4-161B-718D-47C5-E3F122775226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2706463" y="1869061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5240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848" name="타원 19847">
                    <a:extLst>
                      <a:ext uri="{FF2B5EF4-FFF2-40B4-BE49-F238E27FC236}">
                        <a16:creationId xmlns:a16="http://schemas.microsoft.com/office/drawing/2014/main" id="{E4D46451-D5BA-3403-CD3F-7E8928301FD8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3421527" y="1869061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5240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849" name="타원 19848">
                    <a:extLst>
                      <a:ext uri="{FF2B5EF4-FFF2-40B4-BE49-F238E27FC236}">
                        <a16:creationId xmlns:a16="http://schemas.microsoft.com/office/drawing/2014/main" id="{34C3F0C9-F1A9-4765-12D6-08D1D852ECA1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4139597" y="1869061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5240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850" name="타원 19849">
                    <a:extLst>
                      <a:ext uri="{FF2B5EF4-FFF2-40B4-BE49-F238E27FC236}">
                        <a16:creationId xmlns:a16="http://schemas.microsoft.com/office/drawing/2014/main" id="{F1729493-F61A-7658-5C92-A425F0BC6368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4856863" y="1869061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5240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9845" name="TextBox 19844">
                  <a:extLst>
                    <a:ext uri="{FF2B5EF4-FFF2-40B4-BE49-F238E27FC236}">
                      <a16:creationId xmlns:a16="http://schemas.microsoft.com/office/drawing/2014/main" id="{447253B6-B624-B446-F827-09C15C94F3B6}"/>
                    </a:ext>
                  </a:extLst>
                </p:cNvPr>
                <p:cNvSpPr txBox="1"/>
                <p:nvPr/>
              </p:nvSpPr>
              <p:spPr>
                <a:xfrm>
                  <a:off x="4994868" y="1089600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Y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9820" name="직선 화살표 연결선 19819">
                <a:extLst>
                  <a:ext uri="{FF2B5EF4-FFF2-40B4-BE49-F238E27FC236}">
                    <a16:creationId xmlns:a16="http://schemas.microsoft.com/office/drawing/2014/main" id="{CDFC7A69-FF14-298F-AC69-3ECB57D5E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4528" y="2516931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21" name="연결선: 꺾임 19820">
                <a:extLst>
                  <a:ext uri="{FF2B5EF4-FFF2-40B4-BE49-F238E27FC236}">
                    <a16:creationId xmlns:a16="http://schemas.microsoft.com/office/drawing/2014/main" id="{75ECE1B9-8604-8D8A-0A1F-BDA284AA9D4E}"/>
                  </a:ext>
                </a:extLst>
              </p:cNvPr>
              <p:cNvCxnSpPr>
                <a:cxnSpLocks/>
                <a:stCxn id="19777" idx="1"/>
                <a:endCxn id="19753" idx="3"/>
              </p:cNvCxnSpPr>
              <p:nvPr/>
            </p:nvCxnSpPr>
            <p:spPr>
              <a:xfrm rot="10800000" flipV="1">
                <a:off x="2036066" y="3131606"/>
                <a:ext cx="344850" cy="790501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22" name="연결선: 꺾임 19821">
                <a:extLst>
                  <a:ext uri="{FF2B5EF4-FFF2-40B4-BE49-F238E27FC236}">
                    <a16:creationId xmlns:a16="http://schemas.microsoft.com/office/drawing/2014/main" id="{3A352C23-C750-2701-A4A1-F9282522E49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028879" y="3922108"/>
                <a:ext cx="640930" cy="606021"/>
              </a:xfrm>
              <a:prstGeom prst="bentConnector3">
                <a:avLst>
                  <a:gd name="adj1" fmla="val 100198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23" name="TextBox 19822">
                <a:extLst>
                  <a:ext uri="{FF2B5EF4-FFF2-40B4-BE49-F238E27FC236}">
                    <a16:creationId xmlns:a16="http://schemas.microsoft.com/office/drawing/2014/main" id="{3313005D-B701-57AF-1340-728343AF2EE1}"/>
                  </a:ext>
                </a:extLst>
              </p:cNvPr>
              <p:cNvSpPr txBox="1"/>
              <p:nvPr/>
            </p:nvSpPr>
            <p:spPr>
              <a:xfrm>
                <a:off x="5186329" y="2955655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28" name="TextBox 19827">
                <a:extLst>
                  <a:ext uri="{FF2B5EF4-FFF2-40B4-BE49-F238E27FC236}">
                    <a16:creationId xmlns:a16="http://schemas.microsoft.com/office/drawing/2014/main" id="{C395331F-FB6E-7DAB-C4D9-2980410BAE26}"/>
                  </a:ext>
                </a:extLst>
              </p:cNvPr>
              <p:cNvSpPr txBox="1"/>
              <p:nvPr/>
            </p:nvSpPr>
            <p:spPr>
              <a:xfrm>
                <a:off x="4441417" y="373850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29" name="TextBox 19828">
                <a:extLst>
                  <a:ext uri="{FF2B5EF4-FFF2-40B4-BE49-F238E27FC236}">
                    <a16:creationId xmlns:a16="http://schemas.microsoft.com/office/drawing/2014/main" id="{589A5A92-D2DF-A395-32E5-29E14407C326}"/>
                  </a:ext>
                </a:extLst>
              </p:cNvPr>
              <p:cNvSpPr txBox="1"/>
              <p:nvPr/>
            </p:nvSpPr>
            <p:spPr>
              <a:xfrm>
                <a:off x="3774809" y="4531521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884" name="연결선: 꺾임 19883">
                <a:extLst>
                  <a:ext uri="{FF2B5EF4-FFF2-40B4-BE49-F238E27FC236}">
                    <a16:creationId xmlns:a16="http://schemas.microsoft.com/office/drawing/2014/main" id="{5D6B186B-B31E-B9BF-4679-6F851EE973B8}"/>
                  </a:ext>
                </a:extLst>
              </p:cNvPr>
              <p:cNvCxnSpPr>
                <a:cxnSpLocks/>
                <a:stCxn id="19782" idx="1"/>
                <a:endCxn id="19758" idx="3"/>
              </p:cNvCxnSpPr>
              <p:nvPr/>
            </p:nvCxnSpPr>
            <p:spPr>
              <a:xfrm rot="10800000" flipV="1">
                <a:off x="2756146" y="3131606"/>
                <a:ext cx="344850" cy="790501"/>
              </a:xfrm>
              <a:prstGeom prst="bentConnector3">
                <a:avLst>
                  <a:gd name="adj1" fmla="val 57366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87" name="연결선: 꺾임 19886">
                <a:extLst>
                  <a:ext uri="{FF2B5EF4-FFF2-40B4-BE49-F238E27FC236}">
                    <a16:creationId xmlns:a16="http://schemas.microsoft.com/office/drawing/2014/main" id="{D88F65B4-A76C-BBDD-0900-F69A592B23AB}"/>
                  </a:ext>
                </a:extLst>
              </p:cNvPr>
              <p:cNvCxnSpPr>
                <a:cxnSpLocks/>
                <a:stCxn id="19787" idx="1"/>
                <a:endCxn id="19763" idx="3"/>
              </p:cNvCxnSpPr>
              <p:nvPr/>
            </p:nvCxnSpPr>
            <p:spPr>
              <a:xfrm rot="10800000" flipV="1">
                <a:off x="3471611" y="3131606"/>
                <a:ext cx="344850" cy="790501"/>
              </a:xfrm>
              <a:prstGeom prst="bentConnector3">
                <a:avLst>
                  <a:gd name="adj1" fmla="val 61785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90" name="연결선: 꺾임 19889">
                <a:extLst>
                  <a:ext uri="{FF2B5EF4-FFF2-40B4-BE49-F238E27FC236}">
                    <a16:creationId xmlns:a16="http://schemas.microsoft.com/office/drawing/2014/main" id="{0366A949-C0BF-96AD-B5DF-DD4AB93B3F8D}"/>
                  </a:ext>
                </a:extLst>
              </p:cNvPr>
              <p:cNvCxnSpPr>
                <a:cxnSpLocks/>
                <a:stCxn id="19792" idx="1"/>
                <a:endCxn id="19768" idx="3"/>
              </p:cNvCxnSpPr>
              <p:nvPr/>
            </p:nvCxnSpPr>
            <p:spPr>
              <a:xfrm rot="10800000" flipV="1">
                <a:off x="4187074" y="3131606"/>
                <a:ext cx="344850" cy="790501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93" name="연결선: 꺾임 19892">
                <a:extLst>
                  <a:ext uri="{FF2B5EF4-FFF2-40B4-BE49-F238E27FC236}">
                    <a16:creationId xmlns:a16="http://schemas.microsoft.com/office/drawing/2014/main" id="{395965AD-43F6-FCA4-F7C3-884121D97ADD}"/>
                  </a:ext>
                </a:extLst>
              </p:cNvPr>
              <p:cNvCxnSpPr>
                <a:cxnSpLocks/>
                <a:stCxn id="19768" idx="1"/>
                <a:endCxn id="19744" idx="3"/>
              </p:cNvCxnSpPr>
              <p:nvPr/>
            </p:nvCxnSpPr>
            <p:spPr>
              <a:xfrm rot="10800000" flipV="1">
                <a:off x="3473776" y="3922108"/>
                <a:ext cx="353258" cy="789434"/>
              </a:xfrm>
              <a:prstGeom prst="bentConnector3">
                <a:avLst>
                  <a:gd name="adj1" fmla="val 35620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98" name="연결선: 꺾임 19897">
                <a:extLst>
                  <a:ext uri="{FF2B5EF4-FFF2-40B4-BE49-F238E27FC236}">
                    <a16:creationId xmlns:a16="http://schemas.microsoft.com/office/drawing/2014/main" id="{152C446E-F850-DDE2-F45B-A53686500770}"/>
                  </a:ext>
                </a:extLst>
              </p:cNvPr>
              <p:cNvCxnSpPr>
                <a:cxnSpLocks/>
                <a:stCxn id="19763" idx="1"/>
                <a:endCxn id="19738" idx="3"/>
              </p:cNvCxnSpPr>
              <p:nvPr/>
            </p:nvCxnSpPr>
            <p:spPr>
              <a:xfrm rot="10800000" flipV="1">
                <a:off x="2758313" y="3922108"/>
                <a:ext cx="353258" cy="789434"/>
              </a:xfrm>
              <a:prstGeom prst="bentConnector3">
                <a:avLst>
                  <a:gd name="adj1" fmla="val 39934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03" name="직사각형 19902">
                <a:extLst>
                  <a:ext uri="{FF2B5EF4-FFF2-40B4-BE49-F238E27FC236}">
                    <a16:creationId xmlns:a16="http://schemas.microsoft.com/office/drawing/2014/main" id="{D18DE6B2-3AE5-072B-35D6-3C8272F6177A}"/>
                  </a:ext>
                </a:extLst>
              </p:cNvPr>
              <p:cNvSpPr/>
              <p:nvPr/>
            </p:nvSpPr>
            <p:spPr bwMode="gray">
              <a:xfrm>
                <a:off x="247265" y="5322124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04" name="직사각형 19903">
                <a:extLst>
                  <a:ext uri="{FF2B5EF4-FFF2-40B4-BE49-F238E27FC236}">
                    <a16:creationId xmlns:a16="http://schemas.microsoft.com/office/drawing/2014/main" id="{34D7C547-6124-5368-4DCD-DA53A504575D}"/>
                  </a:ext>
                </a:extLst>
              </p:cNvPr>
              <p:cNvSpPr/>
              <p:nvPr/>
            </p:nvSpPr>
            <p:spPr bwMode="gray">
              <a:xfrm>
                <a:off x="967345" y="5322124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05" name="직사각형 19904">
                <a:extLst>
                  <a:ext uri="{FF2B5EF4-FFF2-40B4-BE49-F238E27FC236}">
                    <a16:creationId xmlns:a16="http://schemas.microsoft.com/office/drawing/2014/main" id="{4005E765-DCC6-B35D-0039-D53F53AB4FDB}"/>
                  </a:ext>
                </a:extLst>
              </p:cNvPr>
              <p:cNvSpPr/>
              <p:nvPr/>
            </p:nvSpPr>
            <p:spPr bwMode="gray">
              <a:xfrm>
                <a:off x="1682810" y="5322124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06" name="직사각형 19905">
                <a:extLst>
                  <a:ext uri="{FF2B5EF4-FFF2-40B4-BE49-F238E27FC236}">
                    <a16:creationId xmlns:a16="http://schemas.microsoft.com/office/drawing/2014/main" id="{FD85776B-5886-9FE9-555A-E9535B9C8BF1}"/>
                  </a:ext>
                </a:extLst>
              </p:cNvPr>
              <p:cNvSpPr/>
              <p:nvPr/>
            </p:nvSpPr>
            <p:spPr bwMode="gray">
              <a:xfrm>
                <a:off x="2398273" y="5322124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907" name="연결선: 꺾임 19906">
                <a:extLst>
                  <a:ext uri="{FF2B5EF4-FFF2-40B4-BE49-F238E27FC236}">
                    <a16:creationId xmlns:a16="http://schemas.microsoft.com/office/drawing/2014/main" id="{0CAC43F9-95CF-8D89-3986-7AE3EDB93C1B}"/>
                  </a:ext>
                </a:extLst>
              </p:cNvPr>
              <p:cNvCxnSpPr>
                <a:cxnSpLocks/>
                <a:stCxn id="19744" idx="1"/>
                <a:endCxn id="19906" idx="3"/>
              </p:cNvCxnSpPr>
              <p:nvPr/>
            </p:nvCxnSpPr>
            <p:spPr>
              <a:xfrm rot="10800000" flipV="1">
                <a:off x="2758314" y="4711542"/>
                <a:ext cx="355423" cy="790602"/>
              </a:xfrm>
              <a:prstGeom prst="bentConnector3">
                <a:avLst>
                  <a:gd name="adj1" fmla="val 27132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10" name="직선 화살표 연결선 19909">
                <a:extLst>
                  <a:ext uri="{FF2B5EF4-FFF2-40B4-BE49-F238E27FC236}">
                    <a16:creationId xmlns:a16="http://schemas.microsoft.com/office/drawing/2014/main" id="{D54B735C-532D-031B-E072-C18745CCA8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0281" y="4890077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12" name="직선 화살표 연결선 19911">
                <a:extLst>
                  <a:ext uri="{FF2B5EF4-FFF2-40B4-BE49-F238E27FC236}">
                    <a16:creationId xmlns:a16="http://schemas.microsoft.com/office/drawing/2014/main" id="{A9CD4729-0584-A638-D320-4C0AB1B3A1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816" y="4890077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13" name="직선 화살표 연결선 19912">
                <a:extLst>
                  <a:ext uri="{FF2B5EF4-FFF2-40B4-BE49-F238E27FC236}">
                    <a16:creationId xmlns:a16="http://schemas.microsoft.com/office/drawing/2014/main" id="{A6853DF9-876F-2BCE-9364-3F29E19F61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129" y="4890077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26" name="연결선: 꺾임 19925">
                <a:extLst>
                  <a:ext uri="{FF2B5EF4-FFF2-40B4-BE49-F238E27FC236}">
                    <a16:creationId xmlns:a16="http://schemas.microsoft.com/office/drawing/2014/main" id="{2DE161D2-FC7B-DE41-A3B7-2E1631B07201}"/>
                  </a:ext>
                </a:extLst>
              </p:cNvPr>
              <p:cNvCxnSpPr>
                <a:cxnSpLocks/>
                <a:stCxn id="19725" idx="1"/>
                <a:endCxn id="19903" idx="0"/>
              </p:cNvCxnSpPr>
              <p:nvPr/>
            </p:nvCxnSpPr>
            <p:spPr>
              <a:xfrm rot="10800000" flipV="1">
                <a:off x="427286" y="4711542"/>
                <a:ext cx="535443" cy="610582"/>
              </a:xfrm>
              <a:prstGeom prst="bentConnector2">
                <a:avLst/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29" name="직선 화살표 연결선 19928">
                <a:extLst>
                  <a:ext uri="{FF2B5EF4-FFF2-40B4-BE49-F238E27FC236}">
                    <a16:creationId xmlns:a16="http://schemas.microsoft.com/office/drawing/2014/main" id="{C48DBCFF-89B9-D4AF-00AD-F3B360AF34FB}"/>
                  </a:ext>
                </a:extLst>
              </p:cNvPr>
              <p:cNvCxnSpPr>
                <a:cxnSpLocks/>
                <a:stCxn id="19904" idx="1"/>
                <a:endCxn id="19903" idx="3"/>
              </p:cNvCxnSpPr>
              <p:nvPr/>
            </p:nvCxnSpPr>
            <p:spPr>
              <a:xfrm flipH="1">
                <a:off x="607305" y="5502144"/>
                <a:ext cx="3600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32" name="직선 화살표 연결선 19931">
                <a:extLst>
                  <a:ext uri="{FF2B5EF4-FFF2-40B4-BE49-F238E27FC236}">
                    <a16:creationId xmlns:a16="http://schemas.microsoft.com/office/drawing/2014/main" id="{0EDBE6AA-A3B9-4FE8-CE15-EE0E8464E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9903" y="4887763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33" name="TextBox 19932">
                <a:extLst>
                  <a:ext uri="{FF2B5EF4-FFF2-40B4-BE49-F238E27FC236}">
                    <a16:creationId xmlns:a16="http://schemas.microsoft.com/office/drawing/2014/main" id="{E5C260C2-BE78-9313-F9B7-F0E031E49ED3}"/>
                  </a:ext>
                </a:extLst>
              </p:cNvPr>
              <p:cNvSpPr txBox="1"/>
              <p:nvPr/>
            </p:nvSpPr>
            <p:spPr>
              <a:xfrm>
                <a:off x="3065670" y="531804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965" name="직선 화살표 연결선 19964">
                <a:extLst>
                  <a:ext uri="{FF2B5EF4-FFF2-40B4-BE49-F238E27FC236}">
                    <a16:creationId xmlns:a16="http://schemas.microsoft.com/office/drawing/2014/main" id="{252DB9BA-E6AE-207C-4F93-A0CA4D9CCBD5}"/>
                  </a:ext>
                </a:extLst>
              </p:cNvPr>
              <p:cNvCxnSpPr>
                <a:cxnSpLocks/>
                <a:stCxn id="19905" idx="1"/>
                <a:endCxn id="19904" idx="3"/>
              </p:cNvCxnSpPr>
              <p:nvPr/>
            </p:nvCxnSpPr>
            <p:spPr>
              <a:xfrm flipH="1">
                <a:off x="1327385" y="5502144"/>
                <a:ext cx="3554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66" name="직선 화살표 연결선 19965">
                <a:extLst>
                  <a:ext uri="{FF2B5EF4-FFF2-40B4-BE49-F238E27FC236}">
                    <a16:creationId xmlns:a16="http://schemas.microsoft.com/office/drawing/2014/main" id="{C8E1EAE0-E3F9-E158-386F-4B797CF6ADC9}"/>
                  </a:ext>
                </a:extLst>
              </p:cNvPr>
              <p:cNvCxnSpPr>
                <a:cxnSpLocks/>
                <a:stCxn id="19906" idx="1"/>
                <a:endCxn id="19905" idx="3"/>
              </p:cNvCxnSpPr>
              <p:nvPr/>
            </p:nvCxnSpPr>
            <p:spPr>
              <a:xfrm flipH="1">
                <a:off x="2042850" y="5502144"/>
                <a:ext cx="3554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72" name="직선 화살표 연결선 19971">
                <a:extLst>
                  <a:ext uri="{FF2B5EF4-FFF2-40B4-BE49-F238E27FC236}">
                    <a16:creationId xmlns:a16="http://schemas.microsoft.com/office/drawing/2014/main" id="{048A4D25-891C-65BE-7FB2-34D448B32FB7}"/>
                  </a:ext>
                </a:extLst>
              </p:cNvPr>
              <p:cNvCxnSpPr>
                <a:cxnSpLocks/>
                <a:stCxn id="19906" idx="2"/>
              </p:cNvCxnSpPr>
              <p:nvPr/>
            </p:nvCxnSpPr>
            <p:spPr>
              <a:xfrm>
                <a:off x="2578293" y="5682164"/>
                <a:ext cx="0" cy="1668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80" name="직선 화살표 연결선 19979">
                <a:extLst>
                  <a:ext uri="{FF2B5EF4-FFF2-40B4-BE49-F238E27FC236}">
                    <a16:creationId xmlns:a16="http://schemas.microsoft.com/office/drawing/2014/main" id="{78996927-744F-D8CF-9CBD-EB06CD044B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6046" y="5682164"/>
                <a:ext cx="0" cy="1668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81" name="직선 화살표 연결선 19980">
                <a:extLst>
                  <a:ext uri="{FF2B5EF4-FFF2-40B4-BE49-F238E27FC236}">
                    <a16:creationId xmlns:a16="http://schemas.microsoft.com/office/drawing/2014/main" id="{A9A236AE-05F9-F7D3-4879-18DED4F02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748" y="5682164"/>
                <a:ext cx="0" cy="1668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82" name="직선 화살표 연결선 19981">
                <a:extLst>
                  <a:ext uri="{FF2B5EF4-FFF2-40B4-BE49-F238E27FC236}">
                    <a16:creationId xmlns:a16="http://schemas.microsoft.com/office/drawing/2014/main" id="{7BDDFF8F-8E98-BFA6-D7F9-2F6AD2FFFF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285" y="5682164"/>
                <a:ext cx="0" cy="1668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86" name="TextBox 19985">
                <a:extLst>
                  <a:ext uri="{FF2B5EF4-FFF2-40B4-BE49-F238E27FC236}">
                    <a16:creationId xmlns:a16="http://schemas.microsoft.com/office/drawing/2014/main" id="{5100A012-C001-9A04-2378-E7E58F60DF77}"/>
                  </a:ext>
                </a:extLst>
              </p:cNvPr>
              <p:cNvSpPr txBox="1"/>
              <p:nvPr/>
            </p:nvSpPr>
            <p:spPr>
              <a:xfrm>
                <a:off x="2558204" y="5671337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87" name="TextBox 19986">
                <a:extLst>
                  <a:ext uri="{FF2B5EF4-FFF2-40B4-BE49-F238E27FC236}">
                    <a16:creationId xmlns:a16="http://schemas.microsoft.com/office/drawing/2014/main" id="{FFC9D10B-F1FC-8A69-D930-E63BEDB52AFE}"/>
                  </a:ext>
                </a:extLst>
              </p:cNvPr>
              <p:cNvSpPr txBox="1"/>
              <p:nvPr/>
            </p:nvSpPr>
            <p:spPr>
              <a:xfrm>
                <a:off x="1853204" y="5671337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88" name="TextBox 19987">
                <a:extLst>
                  <a:ext uri="{FF2B5EF4-FFF2-40B4-BE49-F238E27FC236}">
                    <a16:creationId xmlns:a16="http://schemas.microsoft.com/office/drawing/2014/main" id="{7BDD693C-6462-209D-7A19-534B7E5E7178}"/>
                  </a:ext>
                </a:extLst>
              </p:cNvPr>
              <p:cNvSpPr txBox="1"/>
              <p:nvPr/>
            </p:nvSpPr>
            <p:spPr>
              <a:xfrm>
                <a:off x="1134839" y="5671337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89" name="TextBox 19988">
                <a:extLst>
                  <a:ext uri="{FF2B5EF4-FFF2-40B4-BE49-F238E27FC236}">
                    <a16:creationId xmlns:a16="http://schemas.microsoft.com/office/drawing/2014/main" id="{703938B9-F34C-4F50-D52D-DD7CDA3E72F5}"/>
                  </a:ext>
                </a:extLst>
              </p:cNvPr>
              <p:cNvSpPr txBox="1"/>
              <p:nvPr/>
            </p:nvSpPr>
            <p:spPr>
              <a:xfrm>
                <a:off x="426073" y="5671337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4" name="연결선: 꺾임 3">
              <a:extLst>
                <a:ext uri="{FF2B5EF4-FFF2-40B4-BE49-F238E27FC236}">
                  <a16:creationId xmlns:a16="http://schemas.microsoft.com/office/drawing/2014/main" id="{8CAA720C-8051-8011-BD37-08333426126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75719" y="3935710"/>
              <a:ext cx="353258" cy="789434"/>
            </a:xfrm>
            <a:prstGeom prst="bentConnector3">
              <a:avLst>
                <a:gd name="adj1" fmla="val 39934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연결선: 꺾임 4">
              <a:extLst>
                <a:ext uri="{FF2B5EF4-FFF2-40B4-BE49-F238E27FC236}">
                  <a16:creationId xmlns:a16="http://schemas.microsoft.com/office/drawing/2014/main" id="{4836EE89-F90B-EC1D-4E14-32E54354F105}"/>
                </a:ext>
              </a:extLst>
            </p:cNvPr>
            <p:cNvCxnSpPr>
              <a:cxnSpLocks/>
              <a:stCxn id="31" idx="2"/>
              <a:endCxn id="20" idx="0"/>
            </p:cNvCxnSpPr>
            <p:nvPr/>
          </p:nvCxnSpPr>
          <p:spPr>
            <a:xfrm rot="5400000">
              <a:off x="3453799" y="4941648"/>
              <a:ext cx="401063" cy="35636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연결선: 꺾임 12">
              <a:extLst>
                <a:ext uri="{FF2B5EF4-FFF2-40B4-BE49-F238E27FC236}">
                  <a16:creationId xmlns:a16="http://schemas.microsoft.com/office/drawing/2014/main" id="{D1A29987-687F-2B51-8C2D-30A3D8BC8DCA}"/>
                </a:ext>
              </a:extLst>
            </p:cNvPr>
            <p:cNvCxnSpPr>
              <a:cxnSpLocks/>
              <a:stCxn id="19738" idx="1"/>
              <a:endCxn id="17" idx="0"/>
            </p:cNvCxnSpPr>
            <p:nvPr/>
          </p:nvCxnSpPr>
          <p:spPr>
            <a:xfrm rot="10800000" flipV="1">
              <a:off x="3832511" y="4711541"/>
              <a:ext cx="89763" cy="221177"/>
            </a:xfrm>
            <a:prstGeom prst="bentConnector2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37F3229-6535-1161-0B41-785032B29B29}"/>
                </a:ext>
              </a:extLst>
            </p:cNvPr>
            <p:cNvSpPr/>
            <p:nvPr/>
          </p:nvSpPr>
          <p:spPr bwMode="gray">
            <a:xfrm>
              <a:off x="3796506" y="4932719"/>
              <a:ext cx="72008" cy="45719"/>
            </a:xfrm>
            <a:prstGeom prst="rect">
              <a:avLst/>
            </a:prstGeom>
            <a:noFill/>
            <a:ln w="15240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2F522F4-9DFF-F204-E79D-1D7EA2B58D2F}"/>
                </a:ext>
              </a:extLst>
            </p:cNvPr>
            <p:cNvSpPr/>
            <p:nvPr/>
          </p:nvSpPr>
          <p:spPr bwMode="gray">
            <a:xfrm>
              <a:off x="3440145" y="5320360"/>
              <a:ext cx="72008" cy="119764"/>
            </a:xfrm>
            <a:prstGeom prst="rect">
              <a:avLst/>
            </a:prstGeom>
            <a:noFill/>
            <a:ln w="15240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BF9DC51-06CA-E1A5-2F2E-B36C0789A2D8}"/>
                </a:ext>
              </a:extLst>
            </p:cNvPr>
            <p:cNvSpPr/>
            <p:nvPr/>
          </p:nvSpPr>
          <p:spPr bwMode="gray">
            <a:xfrm>
              <a:off x="3796506" y="4873578"/>
              <a:ext cx="72008" cy="45719"/>
            </a:xfrm>
            <a:prstGeom prst="rect">
              <a:avLst/>
            </a:prstGeom>
            <a:noFill/>
            <a:ln w="15240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AFC787E2-27FE-DD29-C5E4-C476D58D657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752549" y="4948359"/>
              <a:ext cx="387642" cy="35636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7AB3EC52-5267-C62B-D58B-7A948DA4080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124551" y="4711541"/>
              <a:ext cx="89763" cy="221177"/>
            </a:xfrm>
            <a:prstGeom prst="bentConnector2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3">
            <a:extLst>
              <a:ext uri="{FF2B5EF4-FFF2-40B4-BE49-F238E27FC236}">
                <a16:creationId xmlns:a16="http://schemas.microsoft.com/office/drawing/2014/main" id="{0C86702A-CEC8-A96D-D20C-D39D90A20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33F320-DB21-4603-AA79-E1F5948D7100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14" name="제목 4">
            <a:extLst>
              <a:ext uri="{FF2B5EF4-FFF2-40B4-BE49-F238E27FC236}">
                <a16:creationId xmlns:a16="http://schemas.microsoft.com/office/drawing/2014/main" id="{D69E1E71-20B2-2EE5-3855-D84D6921120B}"/>
              </a:ext>
            </a:extLst>
          </p:cNvPr>
          <p:cNvSpPr txBox="1">
            <a:spLocks/>
          </p:cNvSpPr>
          <p:nvPr/>
        </p:nvSpPr>
        <p:spPr>
          <a:xfrm>
            <a:off x="1343026" y="188913"/>
            <a:ext cx="9324975" cy="79216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22</a:t>
            </a:r>
            <a:r>
              <a:rPr kumimoji="0" lang="en-US" altLang="ko-KR" sz="5400" b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×</a:t>
            </a: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22 Carry Save Multiplier </a:t>
            </a:r>
          </a:p>
        </p:txBody>
      </p:sp>
      <p:sp>
        <p:nvSpPr>
          <p:cNvPr id="20484" name="직사각형 7">
            <a:extLst>
              <a:ext uri="{FF2B5EF4-FFF2-40B4-BE49-F238E27FC236}">
                <a16:creationId xmlns:a16="http://schemas.microsoft.com/office/drawing/2014/main" id="{6F0A2ED2-D21E-ECA8-4C1D-1D93E284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954" y="1214439"/>
            <a:ext cx="9822656" cy="427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22×22 Carry Save Multiplier ( Ripple Carry Adder in the last stage) </a:t>
            </a:r>
            <a:endParaRPr kumimoji="0" lang="en-US" altLang="ko-KR" sz="15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5D5780E5-A7F6-4557-1C2D-26CAE86D4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530" y="2641601"/>
            <a:ext cx="35052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8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Make a 22-bit Array !</a:t>
            </a:r>
            <a:endParaRPr lang="en-US" altLang="ko-KR" sz="2000" dirty="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486" name="모서리가 둥근 직사각형 25">
            <a:extLst>
              <a:ext uri="{FF2B5EF4-FFF2-40B4-BE49-F238E27FC236}">
                <a16:creationId xmlns:a16="http://schemas.microsoft.com/office/drawing/2014/main" id="{442D137E-05DB-A36F-9FB8-C66328727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2589213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487" name="모서리가 둥근 직사각형 27">
            <a:extLst>
              <a:ext uri="{FF2B5EF4-FFF2-40B4-BE49-F238E27FC236}">
                <a16:creationId xmlns:a16="http://schemas.microsoft.com/office/drawing/2014/main" id="{12F484E2-CF40-7CF7-7B66-B98BF3A2E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3254375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488" name="모서리가 둥근 직사각형 28">
            <a:extLst>
              <a:ext uri="{FF2B5EF4-FFF2-40B4-BE49-F238E27FC236}">
                <a16:creationId xmlns:a16="http://schemas.microsoft.com/office/drawing/2014/main" id="{23E01AE2-E56F-6A1F-3FF1-ABD388F2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3938588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489" name="모서리가 둥근 직사각형 29">
            <a:extLst>
              <a:ext uri="{FF2B5EF4-FFF2-40B4-BE49-F238E27FC236}">
                <a16:creationId xmlns:a16="http://schemas.microsoft.com/office/drawing/2014/main" id="{2AEAE9E6-76ED-8098-A41D-8BA5BE873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941888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20490" name="직선 연결선 20">
            <a:extLst>
              <a:ext uri="{FF2B5EF4-FFF2-40B4-BE49-F238E27FC236}">
                <a16:creationId xmlns:a16="http://schemas.microsoft.com/office/drawing/2014/main" id="{0E037E43-3D16-2078-8CB1-F788C921E0A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08663" y="4581525"/>
            <a:ext cx="0" cy="304800"/>
          </a:xfrm>
          <a:prstGeom prst="line">
            <a:avLst/>
          </a:prstGeom>
          <a:noFill/>
          <a:ln w="57150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1" name="모서리가 둥근 직사각형 32">
            <a:extLst>
              <a:ext uri="{FF2B5EF4-FFF2-40B4-BE49-F238E27FC236}">
                <a16:creationId xmlns:a16="http://schemas.microsoft.com/office/drawing/2014/main" id="{7B2C3D5A-75AF-B529-727D-CD018A3B8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607050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grpSp>
        <p:nvGrpSpPr>
          <p:cNvPr id="20492" name="그룹 5">
            <a:extLst>
              <a:ext uri="{FF2B5EF4-FFF2-40B4-BE49-F238E27FC236}">
                <a16:creationId xmlns:a16="http://schemas.microsoft.com/office/drawing/2014/main" id="{A45E009E-7AED-CBED-E156-4145C646B7BC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760538"/>
            <a:ext cx="5334000" cy="715962"/>
            <a:chOff x="3657600" y="1760538"/>
            <a:chExt cx="5334000" cy="715962"/>
          </a:xfrm>
        </p:grpSpPr>
        <p:graphicFrame>
          <p:nvGraphicFramePr>
            <p:cNvPr id="20501" name="개체 1">
              <a:extLst>
                <a:ext uri="{FF2B5EF4-FFF2-40B4-BE49-F238E27FC236}">
                  <a16:creationId xmlns:a16="http://schemas.microsoft.com/office/drawing/2014/main" id="{A257E4A3-1E77-DB7B-0221-56B80D242D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75063" y="1800225"/>
            <a:ext cx="24384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4622222" imgH="1180952" progId="Photoshop.Image.12">
                    <p:embed/>
                  </p:oleObj>
                </mc:Choice>
                <mc:Fallback>
                  <p:oleObj name="Image" r:id="rId2" imgW="4622222" imgH="1180952" progId="Photoshop.Image.12">
                    <p:embed/>
                    <p:pic>
                      <p:nvPicPr>
                        <p:cNvPr id="0" name="개체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5063" y="1800225"/>
                          <a:ext cx="24384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직사각형 3">
              <a:extLst>
                <a:ext uri="{FF2B5EF4-FFF2-40B4-BE49-F238E27FC236}">
                  <a16:creationId xmlns:a16="http://schemas.microsoft.com/office/drawing/2014/main" id="{8B8C7C7E-66AD-BB4E-FD2D-4C8506BCF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102" y="2111375"/>
              <a:ext cx="228600" cy="15222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endParaRPr lang="ko-KR" altLang="en-US" sz="240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503" name="TextBox 2">
              <a:extLst>
                <a:ext uri="{FF2B5EF4-FFF2-40B4-BE49-F238E27FC236}">
                  <a16:creationId xmlns:a16="http://schemas.microsoft.com/office/drawing/2014/main" id="{853E6536-7511-20B9-9551-34B1BC18F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195" y="2064040"/>
              <a:ext cx="474078" cy="230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900" b="1">
                  <a:latin typeface="Times New Roman" panose="02020603050405020304" pitchFamily="18" charset="0"/>
                  <a:ea typeface="굴림" panose="020B0600000101010101" pitchFamily="50" charset="-127"/>
                </a:rPr>
                <a:t>FA</a:t>
              </a:r>
              <a:endParaRPr lang="ko-KR" altLang="en-US" sz="900" b="1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graphicFrame>
          <p:nvGraphicFramePr>
            <p:cNvPr id="20504" name="개체 6">
              <a:extLst>
                <a:ext uri="{FF2B5EF4-FFF2-40B4-BE49-F238E27FC236}">
                  <a16:creationId xmlns:a16="http://schemas.microsoft.com/office/drawing/2014/main" id="{0F632F3C-6445-9F8B-0A0F-151F5F401E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2250" y="1770063"/>
            <a:ext cx="2360613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4" imgW="3022222" imgH="812698" progId="Photoshop.Image.12">
                    <p:embed/>
                  </p:oleObj>
                </mc:Choice>
                <mc:Fallback>
                  <p:oleObj name="Image" r:id="rId4" imgW="3022222" imgH="812698" progId="Photoshop.Image.12">
                    <p:embed/>
                    <p:pic>
                      <p:nvPicPr>
                        <p:cNvPr id="0" name="개체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2250" y="1770063"/>
                          <a:ext cx="2360613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505" name="직선 연결선 8">
              <a:extLst>
                <a:ext uri="{FF2B5EF4-FFF2-40B4-BE49-F238E27FC236}">
                  <a16:creationId xmlns:a16="http://schemas.microsoft.com/office/drawing/2014/main" id="{DC563470-EB7B-DFAA-1DA5-3D1663F83B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13463" y="2179638"/>
              <a:ext cx="381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06" name="모서리가 둥근 직사각형 13">
              <a:extLst>
                <a:ext uri="{FF2B5EF4-FFF2-40B4-BE49-F238E27FC236}">
                  <a16:creationId xmlns:a16="http://schemas.microsoft.com/office/drawing/2014/main" id="{0A8FC685-94C1-856D-AF17-58EA5DE5D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1760538"/>
              <a:ext cx="5334000" cy="71596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2A2AE9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endParaRPr lang="ko-KR" altLang="en-US" sz="240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pic>
          <p:nvPicPr>
            <p:cNvPr id="20507" name="그림 4">
              <a:extLst>
                <a:ext uri="{FF2B5EF4-FFF2-40B4-BE49-F238E27FC236}">
                  <a16:creationId xmlns:a16="http://schemas.microsoft.com/office/drawing/2014/main" id="{3B0325E2-F213-FDB9-92E0-3BDFD7401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2591" y="2020590"/>
              <a:ext cx="374061" cy="335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8" name="그림 33">
              <a:extLst>
                <a:ext uri="{FF2B5EF4-FFF2-40B4-BE49-F238E27FC236}">
                  <a16:creationId xmlns:a16="http://schemas.microsoft.com/office/drawing/2014/main" id="{9EDFC16B-2D5D-8D61-B599-AD6292E1A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9926" y="1988116"/>
              <a:ext cx="374061" cy="335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BAEED03-22C5-61A0-23A5-3A4F9F7CA91E}"/>
              </a:ext>
            </a:extLst>
          </p:cNvPr>
          <p:cNvCxnSpPr/>
          <p:nvPr/>
        </p:nvCxnSpPr>
        <p:spPr>
          <a:xfrm>
            <a:off x="4673600" y="1676400"/>
            <a:ext cx="5994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4" name="Rectangle 5">
            <a:extLst>
              <a:ext uri="{FF2B5EF4-FFF2-40B4-BE49-F238E27FC236}">
                <a16:creationId xmlns:a16="http://schemas.microsoft.com/office/drawing/2014/main" id="{94C22B95-0CC2-A40F-E8A0-9EDFA349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4" y="1565276"/>
            <a:ext cx="2390775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Add flip-flop</a:t>
            </a:r>
          </a:p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at the input / output</a:t>
            </a:r>
            <a:endParaRPr lang="en-US" altLang="ko-KR" sz="160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B642760-D759-C361-58D4-56B52F2187CF}"/>
              </a:ext>
            </a:extLst>
          </p:cNvPr>
          <p:cNvCxnSpPr/>
          <p:nvPr/>
        </p:nvCxnSpPr>
        <p:spPr>
          <a:xfrm>
            <a:off x="1676400" y="6207125"/>
            <a:ext cx="899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56A7B3AF-B1AB-5111-3795-DDF7244644AE}"/>
              </a:ext>
            </a:extLst>
          </p:cNvPr>
          <p:cNvCxnSpPr/>
          <p:nvPr/>
        </p:nvCxnSpPr>
        <p:spPr>
          <a:xfrm>
            <a:off x="10131425" y="2351088"/>
            <a:ext cx="0" cy="379571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73F6622D-09AB-66C6-1D37-F617D73AA302}"/>
              </a:ext>
            </a:extLst>
          </p:cNvPr>
          <p:cNvCxnSpPr/>
          <p:nvPr/>
        </p:nvCxnSpPr>
        <p:spPr>
          <a:xfrm>
            <a:off x="9551988" y="3128964"/>
            <a:ext cx="0" cy="3017837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3C222F7-14BF-8852-572B-F8D8ED20C404}"/>
              </a:ext>
            </a:extLst>
          </p:cNvPr>
          <p:cNvCxnSpPr/>
          <p:nvPr/>
        </p:nvCxnSpPr>
        <p:spPr>
          <a:xfrm>
            <a:off x="8975725" y="3794126"/>
            <a:ext cx="0" cy="2352675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3DA41F6-2535-5A33-91DB-2D70A018D613}"/>
              </a:ext>
            </a:extLst>
          </p:cNvPr>
          <p:cNvCxnSpPr/>
          <p:nvPr/>
        </p:nvCxnSpPr>
        <p:spPr>
          <a:xfrm>
            <a:off x="8472488" y="4478338"/>
            <a:ext cx="0" cy="166846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D1B5F6A-B5B9-4396-61C6-409EC1B7795B}"/>
              </a:ext>
            </a:extLst>
          </p:cNvPr>
          <p:cNvCxnSpPr/>
          <p:nvPr/>
        </p:nvCxnSpPr>
        <p:spPr>
          <a:xfrm>
            <a:off x="7104063" y="5481638"/>
            <a:ext cx="0" cy="66516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CA2BD-A3CD-5432-2E91-65831D6D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D596D4D-2E20-E809-E095-C3CA72E6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1776"/>
            <a:ext cx="8229600" cy="868363"/>
          </a:xfrm>
        </p:spPr>
        <p:txBody>
          <a:bodyPr/>
          <a:lstStyle/>
          <a:p>
            <a:pPr algn="ctr">
              <a:defRPr/>
            </a:pPr>
            <a:r>
              <a:rPr lang="en-US" altLang="ko-KR" sz="5400" dirty="0"/>
              <a:t>Contents</a:t>
            </a:r>
            <a:endParaRPr lang="ko-KR" altLang="en-US" sz="5400" dirty="0"/>
          </a:p>
        </p:txBody>
      </p:sp>
      <p:sp>
        <p:nvSpPr>
          <p:cNvPr id="16387" name="직사각형 6">
            <a:extLst>
              <a:ext uri="{FF2B5EF4-FFF2-40B4-BE49-F238E27FC236}">
                <a16:creationId xmlns:a16="http://schemas.microsoft.com/office/drawing/2014/main" id="{1DBB6663-47E4-6ED5-C102-7DF5D29F1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544" y="1224048"/>
            <a:ext cx="9092976" cy="4750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14350" indent="-5143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22×22 Carry Save Multiplier (SRCS adder)</a:t>
            </a:r>
            <a:b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Modify the previous Carry Save Multiplier</a:t>
            </a:r>
          </a:p>
          <a:p>
            <a:pPr marL="514800" marR="0" lvl="0" indent="-514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2-stage Pipelined</a:t>
            </a:r>
            <a:r>
              <a:rPr kumimoji="0" lang="ko-KR" altLang="en-US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&amp; Synthesis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Results</a:t>
            </a:r>
            <a:br>
              <a:rPr kumimoji="0" lang="en-US" altLang="ko-KR" sz="20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Check the functionality and Add the flip-flops</a:t>
            </a:r>
            <a:b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Measure the critical path delay &amp; circuit area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Check the experimental results (max. clock cycle, area, power )</a:t>
            </a:r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A4D7F1C7-C0EE-DFBC-3CEC-FE549E8E49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9EEAAA-9BB1-4D3B-9B95-6636812DE149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ko-KR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5448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번호 개체 틀 3">
            <a:extLst>
              <a:ext uri="{FF2B5EF4-FFF2-40B4-BE49-F238E27FC236}">
                <a16:creationId xmlns:a16="http://schemas.microsoft.com/office/drawing/2014/main" id="{91E27D44-A6E2-FB32-9DA7-EBE5E7CB1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1AB4C1-51B4-4F9F-A93B-EBEA8050033F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14" name="제목 4">
            <a:extLst>
              <a:ext uri="{FF2B5EF4-FFF2-40B4-BE49-F238E27FC236}">
                <a16:creationId xmlns:a16="http://schemas.microsoft.com/office/drawing/2014/main" id="{995D0B56-42B9-1667-2D1B-090691261E87}"/>
              </a:ext>
            </a:extLst>
          </p:cNvPr>
          <p:cNvSpPr txBox="1">
            <a:spLocks/>
          </p:cNvSpPr>
          <p:nvPr/>
        </p:nvSpPr>
        <p:spPr>
          <a:xfrm>
            <a:off x="1343026" y="188913"/>
            <a:ext cx="9324975" cy="79216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22</a:t>
            </a:r>
            <a:r>
              <a:rPr kumimoji="0" lang="en-US" altLang="ko-KR" sz="5400" b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×</a:t>
            </a: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22 Carry Save Multiplier </a:t>
            </a:r>
          </a:p>
        </p:txBody>
      </p:sp>
      <p:sp>
        <p:nvSpPr>
          <p:cNvPr id="22532" name="직사각형 7">
            <a:extLst>
              <a:ext uri="{FF2B5EF4-FFF2-40B4-BE49-F238E27FC236}">
                <a16:creationId xmlns:a16="http://schemas.microsoft.com/office/drawing/2014/main" id="{14787259-806B-B2B5-918A-59FBAECEE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9" y="1214439"/>
            <a:ext cx="89296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22×22 Carry Save Multiplier (Square Root Carry Select adder )</a:t>
            </a:r>
            <a:endParaRPr kumimoji="0" lang="en-US" altLang="ko-KR" sz="15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3" name="TextBox 1">
            <a:extLst>
              <a:ext uri="{FF2B5EF4-FFF2-40B4-BE49-F238E27FC236}">
                <a16:creationId xmlns:a16="http://schemas.microsoft.com/office/drawing/2014/main" id="{A4EE9633-324F-A823-592D-851780B8F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577975"/>
            <a:ext cx="3058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Ex) 4×4 Carry Save Multiplier</a:t>
            </a:r>
            <a:endParaRPr lang="ko-KR" altLang="en-US" sz="1600" b="1" dirty="0">
              <a:solidFill>
                <a:srgbClr val="FF0000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534" name="TextBox 1">
            <a:extLst>
              <a:ext uri="{FF2B5EF4-FFF2-40B4-BE49-F238E27FC236}">
                <a16:creationId xmlns:a16="http://schemas.microsoft.com/office/drawing/2014/main" id="{B51E9620-301E-67C3-D990-CEFBB7F35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577975"/>
            <a:ext cx="3058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Ex) 4×4 Carry Save Multiplier</a:t>
            </a:r>
            <a:endParaRPr lang="ko-KR" altLang="en-US" sz="1600" b="1" dirty="0">
              <a:solidFill>
                <a:srgbClr val="FF0000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536" name="TextBox 1">
            <a:extLst>
              <a:ext uri="{FF2B5EF4-FFF2-40B4-BE49-F238E27FC236}">
                <a16:creationId xmlns:a16="http://schemas.microsoft.com/office/drawing/2014/main" id="{98609A24-3AE1-D6C1-73B8-5F5DA3847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164" y="5732464"/>
            <a:ext cx="8281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2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Last stage is still a carry propagation adder !!</a:t>
            </a:r>
            <a:endParaRPr lang="ko-KR" altLang="en-US" sz="2800" b="1">
              <a:solidFill>
                <a:srgbClr val="FF0000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94A3ED3-1CC9-F6E3-6EE3-208AEDD2267A}"/>
              </a:ext>
            </a:extLst>
          </p:cNvPr>
          <p:cNvGrpSpPr/>
          <p:nvPr/>
        </p:nvGrpSpPr>
        <p:grpSpPr>
          <a:xfrm>
            <a:off x="3307813" y="1781440"/>
            <a:ext cx="5724698" cy="3856292"/>
            <a:chOff x="71438" y="2086946"/>
            <a:chExt cx="5724698" cy="3856292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72E263D6-9F6B-8672-F804-101997881913}"/>
                </a:ext>
              </a:extLst>
            </p:cNvPr>
            <p:cNvSpPr/>
            <p:nvPr/>
          </p:nvSpPr>
          <p:spPr bwMode="gray">
            <a:xfrm>
              <a:off x="71438" y="5016833"/>
              <a:ext cx="3481347" cy="926405"/>
            </a:xfrm>
            <a:prstGeom prst="round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  <a:ln w="1524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460E962-B781-0E78-9A36-149F028EA408}"/>
                </a:ext>
              </a:extLst>
            </p:cNvPr>
            <p:cNvSpPr/>
            <p:nvPr/>
          </p:nvSpPr>
          <p:spPr bwMode="gray">
            <a:xfrm>
              <a:off x="962728" y="4531522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순서도: 지연 4">
              <a:extLst>
                <a:ext uri="{FF2B5EF4-FFF2-40B4-BE49-F238E27FC236}">
                  <a16:creationId xmlns:a16="http://schemas.microsoft.com/office/drawing/2014/main" id="{810E53FE-62FA-8B57-3B27-3C5098398F06}"/>
                </a:ext>
              </a:extLst>
            </p:cNvPr>
            <p:cNvSpPr/>
            <p:nvPr/>
          </p:nvSpPr>
          <p:spPr bwMode="gray">
            <a:xfrm rot="5400000">
              <a:off x="1178752" y="4317270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556ED9CE-9F3E-C482-DDAF-0B9444A90633}"/>
                </a:ext>
              </a:extLst>
            </p:cNvPr>
            <p:cNvCxnSpPr>
              <a:stCxn id="5" idx="3"/>
            </p:cNvCxnSpPr>
            <p:nvPr/>
          </p:nvCxnSpPr>
          <p:spPr>
            <a:xfrm>
              <a:off x="1250760" y="4461286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F56E4FB4-D614-E904-9A85-DAB3C86878E1}"/>
                </a:ext>
              </a:extLst>
            </p:cNvPr>
            <p:cNvCxnSpPr>
              <a:cxnSpLocks/>
            </p:cNvCxnSpPr>
            <p:nvPr/>
          </p:nvCxnSpPr>
          <p:spPr>
            <a:xfrm>
              <a:off x="1216893" y="4181722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815A059-163D-2ED9-E6AC-B9764C29F71A}"/>
                </a:ext>
              </a:extLst>
            </p:cNvPr>
            <p:cNvSpPr/>
            <p:nvPr/>
          </p:nvSpPr>
          <p:spPr bwMode="gray">
            <a:xfrm>
              <a:off x="1682808" y="4531522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순서도: 지연 8">
              <a:extLst>
                <a:ext uri="{FF2B5EF4-FFF2-40B4-BE49-F238E27FC236}">
                  <a16:creationId xmlns:a16="http://schemas.microsoft.com/office/drawing/2014/main" id="{43AE5C5D-1172-7C95-8C32-F66D8CC6A2D2}"/>
                </a:ext>
              </a:extLst>
            </p:cNvPr>
            <p:cNvSpPr/>
            <p:nvPr/>
          </p:nvSpPr>
          <p:spPr bwMode="gray">
            <a:xfrm rot="5400000">
              <a:off x="1898832" y="4317270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B24F6E4-18D1-F315-A215-135FD72EA12F}"/>
                </a:ext>
              </a:extLst>
            </p:cNvPr>
            <p:cNvCxnSpPr>
              <a:stCxn id="9" idx="3"/>
            </p:cNvCxnSpPr>
            <p:nvPr/>
          </p:nvCxnSpPr>
          <p:spPr>
            <a:xfrm>
              <a:off x="1970840" y="4461286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9148B338-DB92-C8DC-940A-06B5CF541EA9}"/>
                </a:ext>
              </a:extLst>
            </p:cNvPr>
            <p:cNvCxnSpPr>
              <a:cxnSpLocks/>
            </p:cNvCxnSpPr>
            <p:nvPr/>
          </p:nvCxnSpPr>
          <p:spPr>
            <a:xfrm>
              <a:off x="1936973" y="4181722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290A5DE-2066-D91B-2D1E-CFBDE066DA97}"/>
                </a:ext>
              </a:extLst>
            </p:cNvPr>
            <p:cNvSpPr/>
            <p:nvPr/>
          </p:nvSpPr>
          <p:spPr bwMode="gray">
            <a:xfrm>
              <a:off x="2398273" y="4531522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순서도: 지연 12">
              <a:extLst>
                <a:ext uri="{FF2B5EF4-FFF2-40B4-BE49-F238E27FC236}">
                  <a16:creationId xmlns:a16="http://schemas.microsoft.com/office/drawing/2014/main" id="{745D1DAD-35D7-680E-2DCC-745EF88B77D4}"/>
                </a:ext>
              </a:extLst>
            </p:cNvPr>
            <p:cNvSpPr/>
            <p:nvPr/>
          </p:nvSpPr>
          <p:spPr bwMode="gray">
            <a:xfrm rot="5400000">
              <a:off x="2614297" y="4317270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8005E86-EB37-C50E-8248-B738B2406AC0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2686305" y="4461286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164BC6F9-56A8-26F4-77C6-23AB4B4D0315}"/>
                </a:ext>
              </a:extLst>
            </p:cNvPr>
            <p:cNvCxnSpPr>
              <a:cxnSpLocks/>
            </p:cNvCxnSpPr>
            <p:nvPr/>
          </p:nvCxnSpPr>
          <p:spPr>
            <a:xfrm>
              <a:off x="2652438" y="4181722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321A283-FBB0-06E2-83E6-35A17ED1A3D9}"/>
                </a:ext>
              </a:extLst>
            </p:cNvPr>
            <p:cNvSpPr/>
            <p:nvPr/>
          </p:nvSpPr>
          <p:spPr bwMode="gray">
            <a:xfrm>
              <a:off x="3113736" y="4531522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순서도: 지연 17">
              <a:extLst>
                <a:ext uri="{FF2B5EF4-FFF2-40B4-BE49-F238E27FC236}">
                  <a16:creationId xmlns:a16="http://schemas.microsoft.com/office/drawing/2014/main" id="{B5F56CEF-6C8B-E8B2-D7EC-5F220D1DBF0C}"/>
                </a:ext>
              </a:extLst>
            </p:cNvPr>
            <p:cNvSpPr/>
            <p:nvPr/>
          </p:nvSpPr>
          <p:spPr bwMode="gray">
            <a:xfrm rot="5400000">
              <a:off x="3329760" y="4317270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8F69768-B9CE-654D-0D39-ADF350A97447}"/>
                </a:ext>
              </a:extLst>
            </p:cNvPr>
            <p:cNvCxnSpPr>
              <a:stCxn id="18" idx="3"/>
            </p:cNvCxnSpPr>
            <p:nvPr/>
          </p:nvCxnSpPr>
          <p:spPr>
            <a:xfrm>
              <a:off x="3401768" y="4461286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F144193A-8B80-7A15-A71F-C5B48E7DEC43}"/>
                </a:ext>
              </a:extLst>
            </p:cNvPr>
            <p:cNvCxnSpPr>
              <a:cxnSpLocks/>
            </p:cNvCxnSpPr>
            <p:nvPr/>
          </p:nvCxnSpPr>
          <p:spPr>
            <a:xfrm>
              <a:off x="3367901" y="4181722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745070D-23D8-410C-D6B7-5B78FA351DB0}"/>
                </a:ext>
              </a:extLst>
            </p:cNvPr>
            <p:cNvGrpSpPr/>
            <p:nvPr/>
          </p:nvGrpSpPr>
          <p:grpSpPr>
            <a:xfrm>
              <a:off x="1284628" y="4145857"/>
              <a:ext cx="2151008" cy="169641"/>
              <a:chOff x="1307240" y="3499165"/>
              <a:chExt cx="2151008" cy="133776"/>
            </a:xfrm>
          </p:grpSpPr>
          <p:cxnSp>
            <p:nvCxnSpPr>
              <p:cNvPr id="22643" name="직선 화살표 연결선 22642">
                <a:extLst>
                  <a:ext uri="{FF2B5EF4-FFF2-40B4-BE49-F238E27FC236}">
                    <a16:creationId xmlns:a16="http://schemas.microsoft.com/office/drawing/2014/main" id="{8C73E036-D5B1-CDA8-7B28-FD3BFD7286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7240" y="3499165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44" name="직선 화살표 연결선 22643">
                <a:extLst>
                  <a:ext uri="{FF2B5EF4-FFF2-40B4-BE49-F238E27FC236}">
                    <a16:creationId xmlns:a16="http://schemas.microsoft.com/office/drawing/2014/main" id="{F0FD97BE-2EBD-DA3A-8039-808B4C3F92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7320" y="3499165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45" name="직선 화살표 연결선 22644">
                <a:extLst>
                  <a:ext uri="{FF2B5EF4-FFF2-40B4-BE49-F238E27FC236}">
                    <a16:creationId xmlns:a16="http://schemas.microsoft.com/office/drawing/2014/main" id="{D7BF0125-C2E2-61EB-9CF1-7307C942A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2785" y="3499165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46" name="직선 화살표 연결선 22645">
                <a:extLst>
                  <a:ext uri="{FF2B5EF4-FFF2-40B4-BE49-F238E27FC236}">
                    <a16:creationId xmlns:a16="http://schemas.microsoft.com/office/drawing/2014/main" id="{ACB93E30-49B4-0541-3B42-08F5B15423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8248" y="3499165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4D420A1-0740-1513-1B5D-5CFF0B74BFC1}"/>
                </a:ext>
              </a:extLst>
            </p:cNvPr>
            <p:cNvCxnSpPr>
              <a:cxnSpLocks/>
            </p:cNvCxnSpPr>
            <p:nvPr/>
          </p:nvCxnSpPr>
          <p:spPr>
            <a:xfrm>
              <a:off x="1754816" y="4103014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0D1F336E-01DF-962D-D1AA-0971D49177A2}"/>
                </a:ext>
              </a:extLst>
            </p:cNvPr>
            <p:cNvCxnSpPr>
              <a:cxnSpLocks/>
            </p:cNvCxnSpPr>
            <p:nvPr/>
          </p:nvCxnSpPr>
          <p:spPr>
            <a:xfrm>
              <a:off x="2470281" y="4103014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0775037-8354-814B-03BC-13DE25356BC8}"/>
                </a:ext>
              </a:extLst>
            </p:cNvPr>
            <p:cNvCxnSpPr>
              <a:cxnSpLocks/>
            </p:cNvCxnSpPr>
            <p:nvPr/>
          </p:nvCxnSpPr>
          <p:spPr>
            <a:xfrm>
              <a:off x="3185744" y="4103014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2C06927-D68B-B266-DFC8-BE3F29FA02CA}"/>
                </a:ext>
              </a:extLst>
            </p:cNvPr>
            <p:cNvSpPr/>
            <p:nvPr/>
          </p:nvSpPr>
          <p:spPr bwMode="gray">
            <a:xfrm>
              <a:off x="1676026" y="3742088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순서도: 지연 25">
              <a:extLst>
                <a:ext uri="{FF2B5EF4-FFF2-40B4-BE49-F238E27FC236}">
                  <a16:creationId xmlns:a16="http://schemas.microsoft.com/office/drawing/2014/main" id="{431184AF-9E7E-9151-D980-E5CFE1B82AFF}"/>
                </a:ext>
              </a:extLst>
            </p:cNvPr>
            <p:cNvSpPr/>
            <p:nvPr/>
          </p:nvSpPr>
          <p:spPr bwMode="gray">
            <a:xfrm rot="5400000">
              <a:off x="1892050" y="3527836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F266035-1F1A-54E6-C58E-59A7722356AD}"/>
                </a:ext>
              </a:extLst>
            </p:cNvPr>
            <p:cNvCxnSpPr>
              <a:stCxn id="26" idx="3"/>
            </p:cNvCxnSpPr>
            <p:nvPr/>
          </p:nvCxnSpPr>
          <p:spPr>
            <a:xfrm>
              <a:off x="1964058" y="3671852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868C553C-76FA-D729-5385-A2379BCE99DF}"/>
                </a:ext>
              </a:extLst>
            </p:cNvPr>
            <p:cNvCxnSpPr>
              <a:cxnSpLocks/>
            </p:cNvCxnSpPr>
            <p:nvPr/>
          </p:nvCxnSpPr>
          <p:spPr>
            <a:xfrm>
              <a:off x="1930191" y="3392288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128E1B9-7C00-4A68-6F81-3848E18FAB18}"/>
                </a:ext>
              </a:extLst>
            </p:cNvPr>
            <p:cNvSpPr/>
            <p:nvPr/>
          </p:nvSpPr>
          <p:spPr bwMode="gray">
            <a:xfrm>
              <a:off x="2396106" y="3742088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순서도: 지연 29">
              <a:extLst>
                <a:ext uri="{FF2B5EF4-FFF2-40B4-BE49-F238E27FC236}">
                  <a16:creationId xmlns:a16="http://schemas.microsoft.com/office/drawing/2014/main" id="{977604BB-07BA-E478-DC4A-41C7DB6F7359}"/>
                </a:ext>
              </a:extLst>
            </p:cNvPr>
            <p:cNvSpPr/>
            <p:nvPr/>
          </p:nvSpPr>
          <p:spPr bwMode="gray">
            <a:xfrm rot="5400000">
              <a:off x="2612130" y="3527836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F9BCB0D5-4ECD-351B-809E-E9AF5CA80097}"/>
                </a:ext>
              </a:extLst>
            </p:cNvPr>
            <p:cNvCxnSpPr>
              <a:stCxn id="30" idx="3"/>
            </p:cNvCxnSpPr>
            <p:nvPr/>
          </p:nvCxnSpPr>
          <p:spPr>
            <a:xfrm>
              <a:off x="2684138" y="3671852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9DA8B11A-71C7-E8F2-C571-86298EB1C956}"/>
                </a:ext>
              </a:extLst>
            </p:cNvPr>
            <p:cNvCxnSpPr>
              <a:cxnSpLocks/>
            </p:cNvCxnSpPr>
            <p:nvPr/>
          </p:nvCxnSpPr>
          <p:spPr>
            <a:xfrm>
              <a:off x="2650271" y="3392288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005764F-E377-8EF4-0B2C-749D32ACEE05}"/>
                </a:ext>
              </a:extLst>
            </p:cNvPr>
            <p:cNvSpPr/>
            <p:nvPr/>
          </p:nvSpPr>
          <p:spPr bwMode="gray">
            <a:xfrm>
              <a:off x="3111571" y="3742088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순서도: 지연 33">
              <a:extLst>
                <a:ext uri="{FF2B5EF4-FFF2-40B4-BE49-F238E27FC236}">
                  <a16:creationId xmlns:a16="http://schemas.microsoft.com/office/drawing/2014/main" id="{77977EA8-C466-B696-5F4C-568D2B19FDD7}"/>
                </a:ext>
              </a:extLst>
            </p:cNvPr>
            <p:cNvSpPr/>
            <p:nvPr/>
          </p:nvSpPr>
          <p:spPr bwMode="gray">
            <a:xfrm rot="5400000">
              <a:off x="3327595" y="3527836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C11AE618-E30A-C013-2AE5-B116A77F72C5}"/>
                </a:ext>
              </a:extLst>
            </p:cNvPr>
            <p:cNvCxnSpPr>
              <a:stCxn id="34" idx="3"/>
            </p:cNvCxnSpPr>
            <p:nvPr/>
          </p:nvCxnSpPr>
          <p:spPr>
            <a:xfrm>
              <a:off x="3399603" y="3671852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576B3E3B-E38F-C798-9FF7-81060753A08F}"/>
                </a:ext>
              </a:extLst>
            </p:cNvPr>
            <p:cNvCxnSpPr>
              <a:cxnSpLocks/>
            </p:cNvCxnSpPr>
            <p:nvPr/>
          </p:nvCxnSpPr>
          <p:spPr>
            <a:xfrm>
              <a:off x="3365736" y="3392288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8E6BCA6-B85C-46B6-DB4B-F1DF2CB93D00}"/>
                </a:ext>
              </a:extLst>
            </p:cNvPr>
            <p:cNvSpPr/>
            <p:nvPr/>
          </p:nvSpPr>
          <p:spPr bwMode="gray">
            <a:xfrm>
              <a:off x="3827034" y="3742088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순서도: 지연 37">
              <a:extLst>
                <a:ext uri="{FF2B5EF4-FFF2-40B4-BE49-F238E27FC236}">
                  <a16:creationId xmlns:a16="http://schemas.microsoft.com/office/drawing/2014/main" id="{629346E1-B44C-2510-673A-14A656412489}"/>
                </a:ext>
              </a:extLst>
            </p:cNvPr>
            <p:cNvSpPr/>
            <p:nvPr/>
          </p:nvSpPr>
          <p:spPr bwMode="gray">
            <a:xfrm rot="5400000">
              <a:off x="4043058" y="3527836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4F59B47E-809B-3996-9A59-9FCC6273DB5C}"/>
                </a:ext>
              </a:extLst>
            </p:cNvPr>
            <p:cNvCxnSpPr>
              <a:stCxn id="38" idx="3"/>
            </p:cNvCxnSpPr>
            <p:nvPr/>
          </p:nvCxnSpPr>
          <p:spPr>
            <a:xfrm>
              <a:off x="4115066" y="3671852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FF790A56-372C-C224-883A-EB9F48264D08}"/>
                </a:ext>
              </a:extLst>
            </p:cNvPr>
            <p:cNvCxnSpPr>
              <a:cxnSpLocks/>
            </p:cNvCxnSpPr>
            <p:nvPr/>
          </p:nvCxnSpPr>
          <p:spPr>
            <a:xfrm>
              <a:off x="4081199" y="3392288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DCCDC04-5E32-8E18-83B2-8BBCF31C964A}"/>
                </a:ext>
              </a:extLst>
            </p:cNvPr>
            <p:cNvGrpSpPr/>
            <p:nvPr/>
          </p:nvGrpSpPr>
          <p:grpSpPr>
            <a:xfrm>
              <a:off x="1997926" y="3351640"/>
              <a:ext cx="2151008" cy="174424"/>
              <a:chOff x="2020538" y="2709731"/>
              <a:chExt cx="2151008" cy="133776"/>
            </a:xfrm>
          </p:grpSpPr>
          <p:cxnSp>
            <p:nvCxnSpPr>
              <p:cNvPr id="22639" name="직선 화살표 연결선 22638">
                <a:extLst>
                  <a:ext uri="{FF2B5EF4-FFF2-40B4-BE49-F238E27FC236}">
                    <a16:creationId xmlns:a16="http://schemas.microsoft.com/office/drawing/2014/main" id="{27ECFF6A-A6DE-37EA-4B0E-9034FB2D90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0538" y="270973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40" name="직선 화살표 연결선 22639">
                <a:extLst>
                  <a:ext uri="{FF2B5EF4-FFF2-40B4-BE49-F238E27FC236}">
                    <a16:creationId xmlns:a16="http://schemas.microsoft.com/office/drawing/2014/main" id="{7B3B792A-746A-7B32-CF97-935EDA22BF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0618" y="270973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41" name="직선 화살표 연결선 22640">
                <a:extLst>
                  <a:ext uri="{FF2B5EF4-FFF2-40B4-BE49-F238E27FC236}">
                    <a16:creationId xmlns:a16="http://schemas.microsoft.com/office/drawing/2014/main" id="{82F89DD9-205F-4DA6-177C-9B634C771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6083" y="270973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42" name="직선 화살표 연결선 22641">
                <a:extLst>
                  <a:ext uri="{FF2B5EF4-FFF2-40B4-BE49-F238E27FC236}">
                    <a16:creationId xmlns:a16="http://schemas.microsoft.com/office/drawing/2014/main" id="{4FC9FE4F-E589-5751-2F2B-0CBABF6497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1546" y="270973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F673742C-BEA3-0C5A-E049-F71C6CF8E3CF}"/>
                </a:ext>
              </a:extLst>
            </p:cNvPr>
            <p:cNvCxnSpPr>
              <a:cxnSpLocks/>
            </p:cNvCxnSpPr>
            <p:nvPr/>
          </p:nvCxnSpPr>
          <p:spPr>
            <a:xfrm>
              <a:off x="2468114" y="3313580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9D99F03E-BD4B-1F97-B366-52A308967C0B}"/>
                </a:ext>
              </a:extLst>
            </p:cNvPr>
            <p:cNvCxnSpPr>
              <a:cxnSpLocks/>
            </p:cNvCxnSpPr>
            <p:nvPr/>
          </p:nvCxnSpPr>
          <p:spPr>
            <a:xfrm>
              <a:off x="3183579" y="3313580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F51521A7-A292-00A4-2640-5BF3BAB9087C}"/>
                </a:ext>
              </a:extLst>
            </p:cNvPr>
            <p:cNvCxnSpPr>
              <a:cxnSpLocks/>
            </p:cNvCxnSpPr>
            <p:nvPr/>
          </p:nvCxnSpPr>
          <p:spPr>
            <a:xfrm>
              <a:off x="3899042" y="3313580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070FC67A-5982-159B-3546-7560AC5086E9}"/>
                </a:ext>
              </a:extLst>
            </p:cNvPr>
            <p:cNvCxnSpPr>
              <a:cxnSpLocks/>
            </p:cNvCxnSpPr>
            <p:nvPr/>
          </p:nvCxnSpPr>
          <p:spPr>
            <a:xfrm>
              <a:off x="3899042" y="4101244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DCD30E3-1794-0FCD-4401-687BA4413CD6}"/>
                </a:ext>
              </a:extLst>
            </p:cNvPr>
            <p:cNvSpPr/>
            <p:nvPr/>
          </p:nvSpPr>
          <p:spPr bwMode="gray">
            <a:xfrm>
              <a:off x="2380916" y="2951587"/>
              <a:ext cx="360040" cy="3600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순서도: 지연 46">
              <a:extLst>
                <a:ext uri="{FF2B5EF4-FFF2-40B4-BE49-F238E27FC236}">
                  <a16:creationId xmlns:a16="http://schemas.microsoft.com/office/drawing/2014/main" id="{D6B8C5EC-E4C1-4EF5-9A0D-21D1B0DC9381}"/>
                </a:ext>
              </a:extLst>
            </p:cNvPr>
            <p:cNvSpPr/>
            <p:nvPr/>
          </p:nvSpPr>
          <p:spPr bwMode="gray">
            <a:xfrm rot="5400000">
              <a:off x="2596940" y="2737335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5744EEB2-AB8D-45A8-FF7D-0B3136D5A5BF}"/>
                </a:ext>
              </a:extLst>
            </p:cNvPr>
            <p:cNvCxnSpPr>
              <a:stCxn id="47" idx="3"/>
            </p:cNvCxnSpPr>
            <p:nvPr/>
          </p:nvCxnSpPr>
          <p:spPr>
            <a:xfrm>
              <a:off x="2668948" y="2881351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CC7896D9-D3B5-A15A-62FD-B659C5CF13E6}"/>
                </a:ext>
              </a:extLst>
            </p:cNvPr>
            <p:cNvCxnSpPr>
              <a:cxnSpLocks/>
            </p:cNvCxnSpPr>
            <p:nvPr/>
          </p:nvCxnSpPr>
          <p:spPr>
            <a:xfrm>
              <a:off x="2635081" y="2601787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1AFF0FE-987B-A29D-6DBB-9DEC6FB48C09}"/>
                </a:ext>
              </a:extLst>
            </p:cNvPr>
            <p:cNvSpPr/>
            <p:nvPr/>
          </p:nvSpPr>
          <p:spPr bwMode="gray">
            <a:xfrm>
              <a:off x="3100996" y="2951587"/>
              <a:ext cx="360040" cy="3600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순서도: 지연 50">
              <a:extLst>
                <a:ext uri="{FF2B5EF4-FFF2-40B4-BE49-F238E27FC236}">
                  <a16:creationId xmlns:a16="http://schemas.microsoft.com/office/drawing/2014/main" id="{484909C7-FFA1-49C3-F388-E691B0DD43C2}"/>
                </a:ext>
              </a:extLst>
            </p:cNvPr>
            <p:cNvSpPr/>
            <p:nvPr/>
          </p:nvSpPr>
          <p:spPr bwMode="gray">
            <a:xfrm rot="5400000">
              <a:off x="3317020" y="2737335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9E0876C4-025C-5EB2-FB50-4E3621C6BEBF}"/>
                </a:ext>
              </a:extLst>
            </p:cNvPr>
            <p:cNvCxnSpPr>
              <a:stCxn id="51" idx="3"/>
            </p:cNvCxnSpPr>
            <p:nvPr/>
          </p:nvCxnSpPr>
          <p:spPr>
            <a:xfrm>
              <a:off x="3389028" y="2881351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F6041DD5-6A1F-DC06-1FD2-6CC68E5362FF}"/>
                </a:ext>
              </a:extLst>
            </p:cNvPr>
            <p:cNvCxnSpPr>
              <a:cxnSpLocks/>
            </p:cNvCxnSpPr>
            <p:nvPr/>
          </p:nvCxnSpPr>
          <p:spPr>
            <a:xfrm>
              <a:off x="3355161" y="2601787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C49A766-D942-70C2-CEBF-3636DAF338BC}"/>
                </a:ext>
              </a:extLst>
            </p:cNvPr>
            <p:cNvSpPr/>
            <p:nvPr/>
          </p:nvSpPr>
          <p:spPr bwMode="gray">
            <a:xfrm>
              <a:off x="3816461" y="2951587"/>
              <a:ext cx="360040" cy="3600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순서도: 지연 54">
              <a:extLst>
                <a:ext uri="{FF2B5EF4-FFF2-40B4-BE49-F238E27FC236}">
                  <a16:creationId xmlns:a16="http://schemas.microsoft.com/office/drawing/2014/main" id="{FA6A9FB6-C781-59B5-7142-CF7F91FFFF83}"/>
                </a:ext>
              </a:extLst>
            </p:cNvPr>
            <p:cNvSpPr/>
            <p:nvPr/>
          </p:nvSpPr>
          <p:spPr bwMode="gray">
            <a:xfrm rot="5400000">
              <a:off x="4032485" y="2737335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F598B496-2F10-BA20-F9CB-BCE7A89FF868}"/>
                </a:ext>
              </a:extLst>
            </p:cNvPr>
            <p:cNvCxnSpPr>
              <a:stCxn id="55" idx="3"/>
            </p:cNvCxnSpPr>
            <p:nvPr/>
          </p:nvCxnSpPr>
          <p:spPr>
            <a:xfrm>
              <a:off x="4104493" y="2881351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D63B6539-9027-6903-20B6-1CB4B4B8B34A}"/>
                </a:ext>
              </a:extLst>
            </p:cNvPr>
            <p:cNvCxnSpPr>
              <a:cxnSpLocks/>
            </p:cNvCxnSpPr>
            <p:nvPr/>
          </p:nvCxnSpPr>
          <p:spPr>
            <a:xfrm>
              <a:off x="4070626" y="2601787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E20B4BD7-E2DF-8BB4-1E6C-2334068E1385}"/>
                </a:ext>
              </a:extLst>
            </p:cNvPr>
            <p:cNvSpPr/>
            <p:nvPr/>
          </p:nvSpPr>
          <p:spPr bwMode="gray">
            <a:xfrm>
              <a:off x="4531924" y="2951587"/>
              <a:ext cx="360040" cy="3600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순서도: 지연 58">
              <a:extLst>
                <a:ext uri="{FF2B5EF4-FFF2-40B4-BE49-F238E27FC236}">
                  <a16:creationId xmlns:a16="http://schemas.microsoft.com/office/drawing/2014/main" id="{EDE392EC-4648-8242-98FC-BB2B6ACFAB6E}"/>
                </a:ext>
              </a:extLst>
            </p:cNvPr>
            <p:cNvSpPr/>
            <p:nvPr/>
          </p:nvSpPr>
          <p:spPr bwMode="gray">
            <a:xfrm rot="5400000">
              <a:off x="4747948" y="2737335"/>
              <a:ext cx="144016" cy="144016"/>
            </a:xfrm>
            <a:prstGeom prst="flowChartDelay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5946DD13-F10E-78EE-9A9E-14EA31B7EDD3}"/>
                </a:ext>
              </a:extLst>
            </p:cNvPr>
            <p:cNvCxnSpPr>
              <a:stCxn id="59" idx="3"/>
            </p:cNvCxnSpPr>
            <p:nvPr/>
          </p:nvCxnSpPr>
          <p:spPr>
            <a:xfrm>
              <a:off x="4819956" y="2881351"/>
              <a:ext cx="0" cy="720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7707BBA-E8B8-E0F5-2CBF-55A99E214D6F}"/>
                </a:ext>
              </a:extLst>
            </p:cNvPr>
            <p:cNvCxnSpPr>
              <a:cxnSpLocks/>
            </p:cNvCxnSpPr>
            <p:nvPr/>
          </p:nvCxnSpPr>
          <p:spPr>
            <a:xfrm>
              <a:off x="4786089" y="2601787"/>
              <a:ext cx="0" cy="133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209084F0-2BB6-7AEB-9C25-8F4FF4843A62}"/>
                </a:ext>
              </a:extLst>
            </p:cNvPr>
            <p:cNvGrpSpPr/>
            <p:nvPr/>
          </p:nvGrpSpPr>
          <p:grpSpPr>
            <a:xfrm>
              <a:off x="2702816" y="2575363"/>
              <a:ext cx="2151008" cy="160200"/>
              <a:chOff x="2725428" y="1823128"/>
              <a:chExt cx="2151008" cy="229878"/>
            </a:xfrm>
          </p:grpSpPr>
          <p:cxnSp>
            <p:nvCxnSpPr>
              <p:cNvPr id="22635" name="직선 화살표 연결선 22634">
                <a:extLst>
                  <a:ext uri="{FF2B5EF4-FFF2-40B4-BE49-F238E27FC236}">
                    <a16:creationId xmlns:a16="http://schemas.microsoft.com/office/drawing/2014/main" id="{C1A97025-34D6-628A-3824-3C61BF3137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5428" y="1823128"/>
                <a:ext cx="0" cy="2298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36" name="직선 화살표 연결선 22635">
                <a:extLst>
                  <a:ext uri="{FF2B5EF4-FFF2-40B4-BE49-F238E27FC236}">
                    <a16:creationId xmlns:a16="http://schemas.microsoft.com/office/drawing/2014/main" id="{8B871705-C1E0-67C0-5C22-D6456A31A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5508" y="1823128"/>
                <a:ext cx="0" cy="2298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37" name="직선 화살표 연결선 22636">
                <a:extLst>
                  <a:ext uri="{FF2B5EF4-FFF2-40B4-BE49-F238E27FC236}">
                    <a16:creationId xmlns:a16="http://schemas.microsoft.com/office/drawing/2014/main" id="{EB8EBFFA-8A27-6C96-7DFE-E5274CC20D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60973" y="1823128"/>
                <a:ext cx="0" cy="2298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38" name="직선 화살표 연결선 22637">
                <a:extLst>
                  <a:ext uri="{FF2B5EF4-FFF2-40B4-BE49-F238E27FC236}">
                    <a16:creationId xmlns:a16="http://schemas.microsoft.com/office/drawing/2014/main" id="{6CF56E53-6032-D1C7-7B44-E58D055D76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6436" y="1823128"/>
                <a:ext cx="0" cy="2298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056A5F52-E41D-FABD-F0E4-A44D7FA09651}"/>
                </a:ext>
              </a:extLst>
            </p:cNvPr>
            <p:cNvCxnSpPr>
              <a:cxnSpLocks/>
            </p:cNvCxnSpPr>
            <p:nvPr/>
          </p:nvCxnSpPr>
          <p:spPr>
            <a:xfrm>
              <a:off x="3173004" y="2523079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28" name="직선 화살표 연결선 22527">
              <a:extLst>
                <a:ext uri="{FF2B5EF4-FFF2-40B4-BE49-F238E27FC236}">
                  <a16:creationId xmlns:a16="http://schemas.microsoft.com/office/drawing/2014/main" id="{7B435488-798D-E1CA-D6EC-044470D98AF5}"/>
                </a:ext>
              </a:extLst>
            </p:cNvPr>
            <p:cNvCxnSpPr>
              <a:cxnSpLocks/>
            </p:cNvCxnSpPr>
            <p:nvPr/>
          </p:nvCxnSpPr>
          <p:spPr>
            <a:xfrm>
              <a:off x="3888469" y="2523079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29" name="직선 화살표 연결선 22528">
              <a:extLst>
                <a:ext uri="{FF2B5EF4-FFF2-40B4-BE49-F238E27FC236}">
                  <a16:creationId xmlns:a16="http://schemas.microsoft.com/office/drawing/2014/main" id="{8DA54BAA-6DDB-769F-8F17-CFDCCBDBE844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32" y="2523079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31" name="직선 화살표 연결선 22530">
              <a:extLst>
                <a:ext uri="{FF2B5EF4-FFF2-40B4-BE49-F238E27FC236}">
                  <a16:creationId xmlns:a16="http://schemas.microsoft.com/office/drawing/2014/main" id="{D00AACD4-7515-053B-ACCC-0824AAD05A1C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32" y="3311627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38" name="TextBox 22537">
              <a:extLst>
                <a:ext uri="{FF2B5EF4-FFF2-40B4-BE49-F238E27FC236}">
                  <a16:creationId xmlns:a16="http://schemas.microsoft.com/office/drawing/2014/main" id="{C2F18DF2-BCA9-F797-547F-2CE5C40BD6A7}"/>
                </a:ext>
              </a:extLst>
            </p:cNvPr>
            <p:cNvSpPr txBox="1"/>
            <p:nvPr/>
          </p:nvSpPr>
          <p:spPr>
            <a:xfrm>
              <a:off x="967408" y="4118459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39" name="TextBox 22538">
              <a:extLst>
                <a:ext uri="{FF2B5EF4-FFF2-40B4-BE49-F238E27FC236}">
                  <a16:creationId xmlns:a16="http://schemas.microsoft.com/office/drawing/2014/main" id="{1EDE36CC-2D2E-8C18-E6BB-D5B57B6C6A3A}"/>
                </a:ext>
              </a:extLst>
            </p:cNvPr>
            <p:cNvSpPr txBox="1"/>
            <p:nvPr/>
          </p:nvSpPr>
          <p:spPr>
            <a:xfrm>
              <a:off x="1688032" y="4118459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0" name="TextBox 22539">
              <a:extLst>
                <a:ext uri="{FF2B5EF4-FFF2-40B4-BE49-F238E27FC236}">
                  <a16:creationId xmlns:a16="http://schemas.microsoft.com/office/drawing/2014/main" id="{F3D6B17E-D9C8-3039-2480-67C403781756}"/>
                </a:ext>
              </a:extLst>
            </p:cNvPr>
            <p:cNvSpPr txBox="1"/>
            <p:nvPr/>
          </p:nvSpPr>
          <p:spPr>
            <a:xfrm>
              <a:off x="2394868" y="4118459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1" name="TextBox 22540">
              <a:extLst>
                <a:ext uri="{FF2B5EF4-FFF2-40B4-BE49-F238E27FC236}">
                  <a16:creationId xmlns:a16="http://schemas.microsoft.com/office/drawing/2014/main" id="{526397A5-7F19-F69C-CF88-0F70C58E75E1}"/>
                </a:ext>
              </a:extLst>
            </p:cNvPr>
            <p:cNvSpPr txBox="1"/>
            <p:nvPr/>
          </p:nvSpPr>
          <p:spPr>
            <a:xfrm>
              <a:off x="3115744" y="4118459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2" name="TextBox 22541">
              <a:extLst>
                <a:ext uri="{FF2B5EF4-FFF2-40B4-BE49-F238E27FC236}">
                  <a16:creationId xmlns:a16="http://schemas.microsoft.com/office/drawing/2014/main" id="{708A1F70-1433-99A3-506C-59618D8BAAA7}"/>
                </a:ext>
              </a:extLst>
            </p:cNvPr>
            <p:cNvSpPr txBox="1"/>
            <p:nvPr/>
          </p:nvSpPr>
          <p:spPr>
            <a:xfrm>
              <a:off x="1688032" y="3327810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3" name="TextBox 22542">
              <a:extLst>
                <a:ext uri="{FF2B5EF4-FFF2-40B4-BE49-F238E27FC236}">
                  <a16:creationId xmlns:a16="http://schemas.microsoft.com/office/drawing/2014/main" id="{9F85D4BA-B175-9BB0-DE3B-2DDA2420328E}"/>
                </a:ext>
              </a:extLst>
            </p:cNvPr>
            <p:cNvSpPr txBox="1"/>
            <p:nvPr/>
          </p:nvSpPr>
          <p:spPr>
            <a:xfrm>
              <a:off x="2401554" y="3327810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4" name="TextBox 22543">
              <a:extLst>
                <a:ext uri="{FF2B5EF4-FFF2-40B4-BE49-F238E27FC236}">
                  <a16:creationId xmlns:a16="http://schemas.microsoft.com/office/drawing/2014/main" id="{DCF2014C-F64D-FBAF-7E28-CE2F6F132FA0}"/>
                </a:ext>
              </a:extLst>
            </p:cNvPr>
            <p:cNvSpPr txBox="1"/>
            <p:nvPr/>
          </p:nvSpPr>
          <p:spPr>
            <a:xfrm>
              <a:off x="3110264" y="3327810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5" name="TextBox 22544">
              <a:extLst>
                <a:ext uri="{FF2B5EF4-FFF2-40B4-BE49-F238E27FC236}">
                  <a16:creationId xmlns:a16="http://schemas.microsoft.com/office/drawing/2014/main" id="{4429FF00-D89A-6F60-70DC-B8915C2CF3FA}"/>
                </a:ext>
              </a:extLst>
            </p:cNvPr>
            <p:cNvSpPr txBox="1"/>
            <p:nvPr/>
          </p:nvSpPr>
          <p:spPr>
            <a:xfrm>
              <a:off x="3834023" y="3327810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6" name="TextBox 22545">
              <a:extLst>
                <a:ext uri="{FF2B5EF4-FFF2-40B4-BE49-F238E27FC236}">
                  <a16:creationId xmlns:a16="http://schemas.microsoft.com/office/drawing/2014/main" id="{0652692F-979A-C900-DAD6-43D87D959F62}"/>
                </a:ext>
              </a:extLst>
            </p:cNvPr>
            <p:cNvSpPr txBox="1"/>
            <p:nvPr/>
          </p:nvSpPr>
          <p:spPr>
            <a:xfrm>
              <a:off x="2401554" y="2537284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7" name="TextBox 22546">
              <a:extLst>
                <a:ext uri="{FF2B5EF4-FFF2-40B4-BE49-F238E27FC236}">
                  <a16:creationId xmlns:a16="http://schemas.microsoft.com/office/drawing/2014/main" id="{FDBBE97D-B7EA-7970-E4F1-569E52719518}"/>
                </a:ext>
              </a:extLst>
            </p:cNvPr>
            <p:cNvSpPr txBox="1"/>
            <p:nvPr/>
          </p:nvSpPr>
          <p:spPr>
            <a:xfrm>
              <a:off x="3115499" y="2537284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8" name="TextBox 22547">
              <a:extLst>
                <a:ext uri="{FF2B5EF4-FFF2-40B4-BE49-F238E27FC236}">
                  <a16:creationId xmlns:a16="http://schemas.microsoft.com/office/drawing/2014/main" id="{27706913-947B-3F0E-0B5A-667C444568C7}"/>
                </a:ext>
              </a:extLst>
            </p:cNvPr>
            <p:cNvSpPr txBox="1"/>
            <p:nvPr/>
          </p:nvSpPr>
          <p:spPr>
            <a:xfrm>
              <a:off x="3820956" y="2537284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49" name="TextBox 22548">
              <a:extLst>
                <a:ext uri="{FF2B5EF4-FFF2-40B4-BE49-F238E27FC236}">
                  <a16:creationId xmlns:a16="http://schemas.microsoft.com/office/drawing/2014/main" id="{4777615B-3D93-0B2E-62E1-27C841959B0C}"/>
                </a:ext>
              </a:extLst>
            </p:cNvPr>
            <p:cNvSpPr txBox="1"/>
            <p:nvPr/>
          </p:nvSpPr>
          <p:spPr>
            <a:xfrm>
              <a:off x="4543294" y="2537284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550" name="그룹 22549">
              <a:extLst>
                <a:ext uri="{FF2B5EF4-FFF2-40B4-BE49-F238E27FC236}">
                  <a16:creationId xmlns:a16="http://schemas.microsoft.com/office/drawing/2014/main" id="{CDCA4CC8-F8E2-79BE-924E-2BA34F7592A3}"/>
                </a:ext>
              </a:extLst>
            </p:cNvPr>
            <p:cNvGrpSpPr/>
            <p:nvPr/>
          </p:nvGrpSpPr>
          <p:grpSpPr>
            <a:xfrm>
              <a:off x="2683851" y="2551618"/>
              <a:ext cx="2369593" cy="45719"/>
              <a:chOff x="2706463" y="1869061"/>
              <a:chExt cx="2369593" cy="45719"/>
            </a:xfrm>
          </p:grpSpPr>
          <p:cxnSp>
            <p:nvCxnSpPr>
              <p:cNvPr id="22630" name="직선 화살표 연결선 22629">
                <a:extLst>
                  <a:ext uri="{FF2B5EF4-FFF2-40B4-BE49-F238E27FC236}">
                    <a16:creationId xmlns:a16="http://schemas.microsoft.com/office/drawing/2014/main" id="{F7F81AE7-FF16-A96B-FE4B-CECD7520FD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5428" y="1892806"/>
                <a:ext cx="235062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31" name="타원 22630">
                <a:extLst>
                  <a:ext uri="{FF2B5EF4-FFF2-40B4-BE49-F238E27FC236}">
                    <a16:creationId xmlns:a16="http://schemas.microsoft.com/office/drawing/2014/main" id="{DCE862CF-4942-C0D6-2C55-693C94AEBA34}"/>
                  </a:ext>
                </a:extLst>
              </p:cNvPr>
              <p:cNvSpPr/>
              <p:nvPr/>
            </p:nvSpPr>
            <p:spPr bwMode="gray">
              <a:xfrm flipV="1">
                <a:off x="27064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2" name="타원 22631">
                <a:extLst>
                  <a:ext uri="{FF2B5EF4-FFF2-40B4-BE49-F238E27FC236}">
                    <a16:creationId xmlns:a16="http://schemas.microsoft.com/office/drawing/2014/main" id="{B097EBDB-B1F8-8298-8354-AA9294D99900}"/>
                  </a:ext>
                </a:extLst>
              </p:cNvPr>
              <p:cNvSpPr/>
              <p:nvPr/>
            </p:nvSpPr>
            <p:spPr bwMode="gray">
              <a:xfrm flipV="1">
                <a:off x="342152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3" name="타원 22632">
                <a:extLst>
                  <a:ext uri="{FF2B5EF4-FFF2-40B4-BE49-F238E27FC236}">
                    <a16:creationId xmlns:a16="http://schemas.microsoft.com/office/drawing/2014/main" id="{AD20C925-48B8-EB41-8B50-FFD6D4FCC9E4}"/>
                  </a:ext>
                </a:extLst>
              </p:cNvPr>
              <p:cNvSpPr/>
              <p:nvPr/>
            </p:nvSpPr>
            <p:spPr bwMode="gray">
              <a:xfrm flipV="1">
                <a:off x="413959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4" name="타원 22633">
                <a:extLst>
                  <a:ext uri="{FF2B5EF4-FFF2-40B4-BE49-F238E27FC236}">
                    <a16:creationId xmlns:a16="http://schemas.microsoft.com/office/drawing/2014/main" id="{0BCDE9A0-7C0A-49DF-2C66-9A49B98095CA}"/>
                  </a:ext>
                </a:extLst>
              </p:cNvPr>
              <p:cNvSpPr/>
              <p:nvPr/>
            </p:nvSpPr>
            <p:spPr bwMode="gray">
              <a:xfrm flipV="1">
                <a:off x="48568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551" name="그룹 22550">
              <a:extLst>
                <a:ext uri="{FF2B5EF4-FFF2-40B4-BE49-F238E27FC236}">
                  <a16:creationId xmlns:a16="http://schemas.microsoft.com/office/drawing/2014/main" id="{A53583C2-E0B2-B347-797B-DD29B1155BA7}"/>
                </a:ext>
              </a:extLst>
            </p:cNvPr>
            <p:cNvGrpSpPr/>
            <p:nvPr/>
          </p:nvGrpSpPr>
          <p:grpSpPr>
            <a:xfrm>
              <a:off x="1980495" y="3334654"/>
              <a:ext cx="2369593" cy="45719"/>
              <a:chOff x="2706463" y="1869061"/>
              <a:chExt cx="2369593" cy="45719"/>
            </a:xfrm>
          </p:grpSpPr>
          <p:cxnSp>
            <p:nvCxnSpPr>
              <p:cNvPr id="22625" name="직선 화살표 연결선 22624">
                <a:extLst>
                  <a:ext uri="{FF2B5EF4-FFF2-40B4-BE49-F238E27FC236}">
                    <a16:creationId xmlns:a16="http://schemas.microsoft.com/office/drawing/2014/main" id="{F7CDD817-8BDA-0B45-AB21-500ADBCE87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5428" y="1892806"/>
                <a:ext cx="235062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26" name="타원 22625">
                <a:extLst>
                  <a:ext uri="{FF2B5EF4-FFF2-40B4-BE49-F238E27FC236}">
                    <a16:creationId xmlns:a16="http://schemas.microsoft.com/office/drawing/2014/main" id="{57687EFF-94CB-561A-193C-47131873A202}"/>
                  </a:ext>
                </a:extLst>
              </p:cNvPr>
              <p:cNvSpPr/>
              <p:nvPr/>
            </p:nvSpPr>
            <p:spPr bwMode="gray">
              <a:xfrm flipV="1">
                <a:off x="27064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7" name="타원 22626">
                <a:extLst>
                  <a:ext uri="{FF2B5EF4-FFF2-40B4-BE49-F238E27FC236}">
                    <a16:creationId xmlns:a16="http://schemas.microsoft.com/office/drawing/2014/main" id="{7A00C67D-3085-F4F4-3B88-D1E2E267554B}"/>
                  </a:ext>
                </a:extLst>
              </p:cNvPr>
              <p:cNvSpPr/>
              <p:nvPr/>
            </p:nvSpPr>
            <p:spPr bwMode="gray">
              <a:xfrm flipV="1">
                <a:off x="342152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8" name="타원 22627">
                <a:extLst>
                  <a:ext uri="{FF2B5EF4-FFF2-40B4-BE49-F238E27FC236}">
                    <a16:creationId xmlns:a16="http://schemas.microsoft.com/office/drawing/2014/main" id="{0438F8F1-B62E-9419-D3F1-C15B65777480}"/>
                  </a:ext>
                </a:extLst>
              </p:cNvPr>
              <p:cNvSpPr/>
              <p:nvPr/>
            </p:nvSpPr>
            <p:spPr bwMode="gray">
              <a:xfrm flipV="1">
                <a:off x="413959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9" name="타원 22628">
                <a:extLst>
                  <a:ext uri="{FF2B5EF4-FFF2-40B4-BE49-F238E27FC236}">
                    <a16:creationId xmlns:a16="http://schemas.microsoft.com/office/drawing/2014/main" id="{1816C391-02F9-5088-7EE4-741ADCD73A1D}"/>
                  </a:ext>
                </a:extLst>
              </p:cNvPr>
              <p:cNvSpPr/>
              <p:nvPr/>
            </p:nvSpPr>
            <p:spPr bwMode="gray">
              <a:xfrm flipV="1">
                <a:off x="48568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552" name="그룹 22551">
              <a:extLst>
                <a:ext uri="{FF2B5EF4-FFF2-40B4-BE49-F238E27FC236}">
                  <a16:creationId xmlns:a16="http://schemas.microsoft.com/office/drawing/2014/main" id="{7DD22A47-C3E0-E276-E86B-8F36E0D3FBD5}"/>
                </a:ext>
              </a:extLst>
            </p:cNvPr>
            <p:cNvGrpSpPr/>
            <p:nvPr/>
          </p:nvGrpSpPr>
          <p:grpSpPr>
            <a:xfrm>
              <a:off x="1264380" y="4121174"/>
              <a:ext cx="2369593" cy="45719"/>
              <a:chOff x="2706463" y="1869061"/>
              <a:chExt cx="2369593" cy="45719"/>
            </a:xfrm>
          </p:grpSpPr>
          <p:cxnSp>
            <p:nvCxnSpPr>
              <p:cNvPr id="22620" name="직선 화살표 연결선 22619">
                <a:extLst>
                  <a:ext uri="{FF2B5EF4-FFF2-40B4-BE49-F238E27FC236}">
                    <a16:creationId xmlns:a16="http://schemas.microsoft.com/office/drawing/2014/main" id="{0D36DC00-CFF6-5C83-4BAE-113E5137FF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5428" y="1892806"/>
                <a:ext cx="235062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21" name="타원 22620">
                <a:extLst>
                  <a:ext uri="{FF2B5EF4-FFF2-40B4-BE49-F238E27FC236}">
                    <a16:creationId xmlns:a16="http://schemas.microsoft.com/office/drawing/2014/main" id="{2115231D-C157-EBE9-2014-2D1AE6592A93}"/>
                  </a:ext>
                </a:extLst>
              </p:cNvPr>
              <p:cNvSpPr/>
              <p:nvPr/>
            </p:nvSpPr>
            <p:spPr bwMode="gray">
              <a:xfrm flipV="1">
                <a:off x="27064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2" name="타원 22621">
                <a:extLst>
                  <a:ext uri="{FF2B5EF4-FFF2-40B4-BE49-F238E27FC236}">
                    <a16:creationId xmlns:a16="http://schemas.microsoft.com/office/drawing/2014/main" id="{39936703-7AB5-F60E-7EB9-65FD61CA9413}"/>
                  </a:ext>
                </a:extLst>
              </p:cNvPr>
              <p:cNvSpPr/>
              <p:nvPr/>
            </p:nvSpPr>
            <p:spPr bwMode="gray">
              <a:xfrm flipV="1">
                <a:off x="342152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3" name="타원 22622">
                <a:extLst>
                  <a:ext uri="{FF2B5EF4-FFF2-40B4-BE49-F238E27FC236}">
                    <a16:creationId xmlns:a16="http://schemas.microsoft.com/office/drawing/2014/main" id="{649D3BCF-EF00-0044-3B2D-3FC0654718A3}"/>
                  </a:ext>
                </a:extLst>
              </p:cNvPr>
              <p:cNvSpPr/>
              <p:nvPr/>
            </p:nvSpPr>
            <p:spPr bwMode="gray">
              <a:xfrm flipV="1">
                <a:off x="4139597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4" name="타원 22623">
                <a:extLst>
                  <a:ext uri="{FF2B5EF4-FFF2-40B4-BE49-F238E27FC236}">
                    <a16:creationId xmlns:a16="http://schemas.microsoft.com/office/drawing/2014/main" id="{881EE7C5-D669-1A08-8B85-22DE06E95BBC}"/>
                  </a:ext>
                </a:extLst>
              </p:cNvPr>
              <p:cNvSpPr/>
              <p:nvPr/>
            </p:nvSpPr>
            <p:spPr bwMode="gray">
              <a:xfrm flipV="1">
                <a:off x="4856863" y="186906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15240">
                <a:noFill/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553" name="TextBox 22552">
              <a:extLst>
                <a:ext uri="{FF2B5EF4-FFF2-40B4-BE49-F238E27FC236}">
                  <a16:creationId xmlns:a16="http://schemas.microsoft.com/office/drawing/2014/main" id="{D33ACB3D-8033-C01A-E128-5C466AF7A0DC}"/>
                </a:ext>
              </a:extLst>
            </p:cNvPr>
            <p:cNvSpPr txBox="1"/>
            <p:nvPr/>
          </p:nvSpPr>
          <p:spPr>
            <a:xfrm>
              <a:off x="4972256" y="2451366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54" name="TextBox 22553">
              <a:extLst>
                <a:ext uri="{FF2B5EF4-FFF2-40B4-BE49-F238E27FC236}">
                  <a16:creationId xmlns:a16="http://schemas.microsoft.com/office/drawing/2014/main" id="{1832559C-EF5C-18FD-5185-323B5C1C7E77}"/>
                </a:ext>
              </a:extLst>
            </p:cNvPr>
            <p:cNvSpPr txBox="1"/>
            <p:nvPr/>
          </p:nvSpPr>
          <p:spPr>
            <a:xfrm>
              <a:off x="4271400" y="3233488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55" name="TextBox 22554">
              <a:extLst>
                <a:ext uri="{FF2B5EF4-FFF2-40B4-BE49-F238E27FC236}">
                  <a16:creationId xmlns:a16="http://schemas.microsoft.com/office/drawing/2014/main" id="{8E1BE1CC-C567-0694-FB32-AD69CD86C3D8}"/>
                </a:ext>
              </a:extLst>
            </p:cNvPr>
            <p:cNvSpPr txBox="1"/>
            <p:nvPr/>
          </p:nvSpPr>
          <p:spPr>
            <a:xfrm>
              <a:off x="3552785" y="4033052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altLang="ko-KR" sz="1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556" name="그룹 22555">
              <a:extLst>
                <a:ext uri="{FF2B5EF4-FFF2-40B4-BE49-F238E27FC236}">
                  <a16:creationId xmlns:a16="http://schemas.microsoft.com/office/drawing/2014/main" id="{96F07A55-DF42-F40E-C2D0-6882146CF6BB}"/>
                </a:ext>
              </a:extLst>
            </p:cNvPr>
            <p:cNvGrpSpPr/>
            <p:nvPr/>
          </p:nvGrpSpPr>
          <p:grpSpPr>
            <a:xfrm>
              <a:off x="2905906" y="2086946"/>
              <a:ext cx="2890230" cy="429985"/>
              <a:chOff x="2424166" y="1089600"/>
              <a:chExt cx="2890230" cy="429985"/>
            </a:xfrm>
          </p:grpSpPr>
          <p:sp>
            <p:nvSpPr>
              <p:cNvPr id="22596" name="순서도: 지연 22595">
                <a:extLst>
                  <a:ext uri="{FF2B5EF4-FFF2-40B4-BE49-F238E27FC236}">
                    <a16:creationId xmlns:a16="http://schemas.microsoft.com/office/drawing/2014/main" id="{849F5B7F-BA6E-E900-4459-D3167AD5AB5D}"/>
                  </a:ext>
                </a:extLst>
              </p:cNvPr>
              <p:cNvSpPr/>
              <p:nvPr/>
            </p:nvSpPr>
            <p:spPr bwMode="gray">
              <a:xfrm rot="5400000">
                <a:off x="2619552" y="1375569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597" name="직선 화살표 연결선 22596">
                <a:extLst>
                  <a:ext uri="{FF2B5EF4-FFF2-40B4-BE49-F238E27FC236}">
                    <a16:creationId xmlns:a16="http://schemas.microsoft.com/office/drawing/2014/main" id="{6DECC123-F998-3350-2E87-C454BDBF4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7693" y="124002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98" name="순서도: 지연 22597">
                <a:extLst>
                  <a:ext uri="{FF2B5EF4-FFF2-40B4-BE49-F238E27FC236}">
                    <a16:creationId xmlns:a16="http://schemas.microsoft.com/office/drawing/2014/main" id="{D2C55561-8928-339E-198C-43BC5942B6D3}"/>
                  </a:ext>
                </a:extLst>
              </p:cNvPr>
              <p:cNvSpPr/>
              <p:nvPr/>
            </p:nvSpPr>
            <p:spPr bwMode="gray">
              <a:xfrm rot="5400000">
                <a:off x="3339632" y="1375569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599" name="직선 화살표 연결선 22598">
                <a:extLst>
                  <a:ext uri="{FF2B5EF4-FFF2-40B4-BE49-F238E27FC236}">
                    <a16:creationId xmlns:a16="http://schemas.microsoft.com/office/drawing/2014/main" id="{62F613B4-6FE6-F96C-1530-5D28311DE3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7773" y="124002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00" name="순서도: 지연 22599">
                <a:extLst>
                  <a:ext uri="{FF2B5EF4-FFF2-40B4-BE49-F238E27FC236}">
                    <a16:creationId xmlns:a16="http://schemas.microsoft.com/office/drawing/2014/main" id="{CC4712FD-F7E7-6F2E-4325-F5C5ACEA20C3}"/>
                  </a:ext>
                </a:extLst>
              </p:cNvPr>
              <p:cNvSpPr/>
              <p:nvPr/>
            </p:nvSpPr>
            <p:spPr bwMode="gray">
              <a:xfrm rot="5400000">
                <a:off x="4055097" y="1375569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601" name="직선 화살표 연결선 22600">
                <a:extLst>
                  <a:ext uri="{FF2B5EF4-FFF2-40B4-BE49-F238E27FC236}">
                    <a16:creationId xmlns:a16="http://schemas.microsoft.com/office/drawing/2014/main" id="{A7261A19-4EA3-1FBF-48B1-C2CEB5371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3238" y="124002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02" name="순서도: 지연 22601">
                <a:extLst>
                  <a:ext uri="{FF2B5EF4-FFF2-40B4-BE49-F238E27FC236}">
                    <a16:creationId xmlns:a16="http://schemas.microsoft.com/office/drawing/2014/main" id="{CE211BDD-6720-530B-7713-D282A483158F}"/>
                  </a:ext>
                </a:extLst>
              </p:cNvPr>
              <p:cNvSpPr/>
              <p:nvPr/>
            </p:nvSpPr>
            <p:spPr bwMode="gray">
              <a:xfrm rot="5400000">
                <a:off x="4770560" y="1375569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603" name="직선 화살표 연결선 22602">
                <a:extLst>
                  <a:ext uri="{FF2B5EF4-FFF2-40B4-BE49-F238E27FC236}">
                    <a16:creationId xmlns:a16="http://schemas.microsoft.com/office/drawing/2014/main" id="{53680897-E59D-1FF3-B7D3-8BEDC602A6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701" y="1240021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604" name="그룹 22603">
                <a:extLst>
                  <a:ext uri="{FF2B5EF4-FFF2-40B4-BE49-F238E27FC236}">
                    <a16:creationId xmlns:a16="http://schemas.microsoft.com/office/drawing/2014/main" id="{BAB583B0-E186-F2FC-57A3-75B4547D7A1C}"/>
                  </a:ext>
                </a:extLst>
              </p:cNvPr>
              <p:cNvGrpSpPr/>
              <p:nvPr/>
            </p:nvGrpSpPr>
            <p:grpSpPr>
              <a:xfrm>
                <a:off x="2725428" y="1213597"/>
                <a:ext cx="2151008" cy="160200"/>
                <a:chOff x="2725428" y="1823128"/>
                <a:chExt cx="2151008" cy="229878"/>
              </a:xfrm>
            </p:grpSpPr>
            <p:cxnSp>
              <p:nvCxnSpPr>
                <p:cNvPr id="22616" name="직선 화살표 연결선 22615">
                  <a:extLst>
                    <a:ext uri="{FF2B5EF4-FFF2-40B4-BE49-F238E27FC236}">
                      <a16:creationId xmlns:a16="http://schemas.microsoft.com/office/drawing/2014/main" id="{F02AA535-BEA5-7F1C-F56C-FB26C53369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5428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17" name="직선 화살표 연결선 22616">
                  <a:extLst>
                    <a:ext uri="{FF2B5EF4-FFF2-40B4-BE49-F238E27FC236}">
                      <a16:creationId xmlns:a16="http://schemas.microsoft.com/office/drawing/2014/main" id="{21D4E952-38B4-BE1C-FB99-AFC664545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45508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18" name="직선 화살표 연결선 22617">
                  <a:extLst>
                    <a:ext uri="{FF2B5EF4-FFF2-40B4-BE49-F238E27FC236}">
                      <a16:creationId xmlns:a16="http://schemas.microsoft.com/office/drawing/2014/main" id="{8AFEFBE7-3272-875D-A9E8-B18BA247D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60973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19" name="직선 화살표 연결선 22618">
                  <a:extLst>
                    <a:ext uri="{FF2B5EF4-FFF2-40B4-BE49-F238E27FC236}">
                      <a16:creationId xmlns:a16="http://schemas.microsoft.com/office/drawing/2014/main" id="{9D41186F-3F7A-BA04-01F8-3B2C818406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6436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605" name="TextBox 22604">
                <a:extLst>
                  <a:ext uri="{FF2B5EF4-FFF2-40B4-BE49-F238E27FC236}">
                    <a16:creationId xmlns:a16="http://schemas.microsoft.com/office/drawing/2014/main" id="{8F903063-0F69-9D90-0C3F-542D1BBA94DA}"/>
                  </a:ext>
                </a:extLst>
              </p:cNvPr>
              <p:cNvSpPr txBox="1"/>
              <p:nvPr/>
            </p:nvSpPr>
            <p:spPr>
              <a:xfrm>
                <a:off x="2424166" y="117551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606" name="TextBox 22605">
                <a:extLst>
                  <a:ext uri="{FF2B5EF4-FFF2-40B4-BE49-F238E27FC236}">
                    <a16:creationId xmlns:a16="http://schemas.microsoft.com/office/drawing/2014/main" id="{F1724294-49A2-8A89-C08B-EF5294A59F6C}"/>
                  </a:ext>
                </a:extLst>
              </p:cNvPr>
              <p:cNvSpPr txBox="1"/>
              <p:nvPr/>
            </p:nvSpPr>
            <p:spPr>
              <a:xfrm>
                <a:off x="3138111" y="117551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607" name="TextBox 22606">
                <a:extLst>
                  <a:ext uri="{FF2B5EF4-FFF2-40B4-BE49-F238E27FC236}">
                    <a16:creationId xmlns:a16="http://schemas.microsoft.com/office/drawing/2014/main" id="{E6352DD5-8531-9A16-F2DB-E83C49BB6FA7}"/>
                  </a:ext>
                </a:extLst>
              </p:cNvPr>
              <p:cNvSpPr txBox="1"/>
              <p:nvPr/>
            </p:nvSpPr>
            <p:spPr>
              <a:xfrm>
                <a:off x="3843568" y="117551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608" name="TextBox 22607">
                <a:extLst>
                  <a:ext uri="{FF2B5EF4-FFF2-40B4-BE49-F238E27FC236}">
                    <a16:creationId xmlns:a16="http://schemas.microsoft.com/office/drawing/2014/main" id="{95B49AB4-FA99-90E1-2D94-7C0038E0B034}"/>
                  </a:ext>
                </a:extLst>
              </p:cNvPr>
              <p:cNvSpPr txBox="1"/>
              <p:nvPr/>
            </p:nvSpPr>
            <p:spPr>
              <a:xfrm>
                <a:off x="4565906" y="117551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609" name="그룹 22608">
                <a:extLst>
                  <a:ext uri="{FF2B5EF4-FFF2-40B4-BE49-F238E27FC236}">
                    <a16:creationId xmlns:a16="http://schemas.microsoft.com/office/drawing/2014/main" id="{63AA5565-B4E4-E067-908E-040B6A18FCFC}"/>
                  </a:ext>
                </a:extLst>
              </p:cNvPr>
              <p:cNvGrpSpPr/>
              <p:nvPr/>
            </p:nvGrpSpPr>
            <p:grpSpPr>
              <a:xfrm>
                <a:off x="2706463" y="1189852"/>
                <a:ext cx="2369593" cy="45719"/>
                <a:chOff x="2706463" y="1869061"/>
                <a:chExt cx="2369593" cy="45719"/>
              </a:xfrm>
            </p:grpSpPr>
            <p:cxnSp>
              <p:nvCxnSpPr>
                <p:cNvPr id="22611" name="직선 화살표 연결선 22610">
                  <a:extLst>
                    <a:ext uri="{FF2B5EF4-FFF2-40B4-BE49-F238E27FC236}">
                      <a16:creationId xmlns:a16="http://schemas.microsoft.com/office/drawing/2014/main" id="{99C8DC61-29AB-76E8-30B2-A0CA58FFC4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5428" y="1892806"/>
                  <a:ext cx="235062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612" name="타원 22611">
                  <a:extLst>
                    <a:ext uri="{FF2B5EF4-FFF2-40B4-BE49-F238E27FC236}">
                      <a16:creationId xmlns:a16="http://schemas.microsoft.com/office/drawing/2014/main" id="{E442D12A-6DB2-D064-D434-005FE90D43B3}"/>
                    </a:ext>
                  </a:extLst>
                </p:cNvPr>
                <p:cNvSpPr/>
                <p:nvPr/>
              </p:nvSpPr>
              <p:spPr bwMode="gray">
                <a:xfrm flipV="1">
                  <a:off x="27064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613" name="타원 22612">
                  <a:extLst>
                    <a:ext uri="{FF2B5EF4-FFF2-40B4-BE49-F238E27FC236}">
                      <a16:creationId xmlns:a16="http://schemas.microsoft.com/office/drawing/2014/main" id="{A2FC01E4-F0A0-62C2-F1F4-F16AA87DE61C}"/>
                    </a:ext>
                  </a:extLst>
                </p:cNvPr>
                <p:cNvSpPr/>
                <p:nvPr/>
              </p:nvSpPr>
              <p:spPr bwMode="gray">
                <a:xfrm flipV="1">
                  <a:off x="342152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614" name="타원 22613">
                  <a:extLst>
                    <a:ext uri="{FF2B5EF4-FFF2-40B4-BE49-F238E27FC236}">
                      <a16:creationId xmlns:a16="http://schemas.microsoft.com/office/drawing/2014/main" id="{3B0B6DAF-1F44-B1E6-4CA3-9BD51E3D2F71}"/>
                    </a:ext>
                  </a:extLst>
                </p:cNvPr>
                <p:cNvSpPr/>
                <p:nvPr/>
              </p:nvSpPr>
              <p:spPr bwMode="gray">
                <a:xfrm flipV="1">
                  <a:off x="413959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615" name="타원 22614">
                  <a:extLst>
                    <a:ext uri="{FF2B5EF4-FFF2-40B4-BE49-F238E27FC236}">
                      <a16:creationId xmlns:a16="http://schemas.microsoft.com/office/drawing/2014/main" id="{CCBEC5F6-5AC0-F58D-D0BA-195681D1BDDA}"/>
                    </a:ext>
                  </a:extLst>
                </p:cNvPr>
                <p:cNvSpPr/>
                <p:nvPr/>
              </p:nvSpPr>
              <p:spPr bwMode="gray">
                <a:xfrm flipV="1">
                  <a:off x="48568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2610" name="TextBox 22609">
                <a:extLst>
                  <a:ext uri="{FF2B5EF4-FFF2-40B4-BE49-F238E27FC236}">
                    <a16:creationId xmlns:a16="http://schemas.microsoft.com/office/drawing/2014/main" id="{71D03A33-BC89-C930-8F30-517BABEC119A}"/>
                  </a:ext>
                </a:extLst>
              </p:cNvPr>
              <p:cNvSpPr txBox="1"/>
              <p:nvPr/>
            </p:nvSpPr>
            <p:spPr>
              <a:xfrm>
                <a:off x="4994868" y="108960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2557" name="직선 화살표 연결선 22556">
              <a:extLst>
                <a:ext uri="{FF2B5EF4-FFF2-40B4-BE49-F238E27FC236}">
                  <a16:creationId xmlns:a16="http://schemas.microsoft.com/office/drawing/2014/main" id="{A499776E-2F9D-5A5B-0581-5B3BF55B14B2}"/>
                </a:ext>
              </a:extLst>
            </p:cNvPr>
            <p:cNvCxnSpPr>
              <a:cxnSpLocks/>
            </p:cNvCxnSpPr>
            <p:nvPr/>
          </p:nvCxnSpPr>
          <p:spPr>
            <a:xfrm>
              <a:off x="5324528" y="2516931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58" name="연결선: 꺾임 22557">
              <a:extLst>
                <a:ext uri="{FF2B5EF4-FFF2-40B4-BE49-F238E27FC236}">
                  <a16:creationId xmlns:a16="http://schemas.microsoft.com/office/drawing/2014/main" id="{4A72A5E6-39DA-9004-DB32-B1A9C202D9C3}"/>
                </a:ext>
              </a:extLst>
            </p:cNvPr>
            <p:cNvCxnSpPr>
              <a:cxnSpLocks/>
              <a:stCxn id="46" idx="1"/>
              <a:endCxn id="25" idx="3"/>
            </p:cNvCxnSpPr>
            <p:nvPr/>
          </p:nvCxnSpPr>
          <p:spPr>
            <a:xfrm rot="10800000" flipV="1">
              <a:off x="2036066" y="3131606"/>
              <a:ext cx="344850" cy="79050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59" name="연결선: 꺾임 22558">
              <a:extLst>
                <a:ext uri="{FF2B5EF4-FFF2-40B4-BE49-F238E27FC236}">
                  <a16:creationId xmlns:a16="http://schemas.microsoft.com/office/drawing/2014/main" id="{F59F4904-BC9B-3EE0-8079-DAC1ECDA188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028879" y="3922108"/>
              <a:ext cx="640930" cy="606021"/>
            </a:xfrm>
            <a:prstGeom prst="bentConnector3">
              <a:avLst>
                <a:gd name="adj1" fmla="val 100198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60" name="TextBox 22559">
              <a:extLst>
                <a:ext uri="{FF2B5EF4-FFF2-40B4-BE49-F238E27FC236}">
                  <a16:creationId xmlns:a16="http://schemas.microsoft.com/office/drawing/2014/main" id="{44E650B2-AA77-90DB-FE98-A5CED4716E93}"/>
                </a:ext>
              </a:extLst>
            </p:cNvPr>
            <p:cNvSpPr txBox="1"/>
            <p:nvPr/>
          </p:nvSpPr>
          <p:spPr>
            <a:xfrm>
              <a:off x="5186329" y="2955655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61" name="TextBox 22560">
              <a:extLst>
                <a:ext uri="{FF2B5EF4-FFF2-40B4-BE49-F238E27FC236}">
                  <a16:creationId xmlns:a16="http://schemas.microsoft.com/office/drawing/2014/main" id="{6B835686-FF50-9D20-5B7E-F779B3A067A8}"/>
                </a:ext>
              </a:extLst>
            </p:cNvPr>
            <p:cNvSpPr txBox="1"/>
            <p:nvPr/>
          </p:nvSpPr>
          <p:spPr>
            <a:xfrm>
              <a:off x="4441417" y="3738500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62" name="TextBox 22561">
              <a:extLst>
                <a:ext uri="{FF2B5EF4-FFF2-40B4-BE49-F238E27FC236}">
                  <a16:creationId xmlns:a16="http://schemas.microsoft.com/office/drawing/2014/main" id="{1346F5DF-0BA8-68E6-82B1-290A23261CDB}"/>
                </a:ext>
              </a:extLst>
            </p:cNvPr>
            <p:cNvSpPr txBox="1"/>
            <p:nvPr/>
          </p:nvSpPr>
          <p:spPr>
            <a:xfrm>
              <a:off x="3774809" y="4531521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563" name="연결선: 꺾임 22562">
              <a:extLst>
                <a:ext uri="{FF2B5EF4-FFF2-40B4-BE49-F238E27FC236}">
                  <a16:creationId xmlns:a16="http://schemas.microsoft.com/office/drawing/2014/main" id="{A1D71F4F-1D10-8063-AA36-497F85520C3E}"/>
                </a:ext>
              </a:extLst>
            </p:cNvPr>
            <p:cNvCxnSpPr>
              <a:cxnSpLocks/>
              <a:stCxn id="50" idx="1"/>
              <a:endCxn id="29" idx="3"/>
            </p:cNvCxnSpPr>
            <p:nvPr/>
          </p:nvCxnSpPr>
          <p:spPr>
            <a:xfrm rot="10800000" flipV="1">
              <a:off x="2756146" y="3131606"/>
              <a:ext cx="344850" cy="790501"/>
            </a:xfrm>
            <a:prstGeom prst="bentConnector3">
              <a:avLst>
                <a:gd name="adj1" fmla="val 57366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4" name="연결선: 꺾임 22563">
              <a:extLst>
                <a:ext uri="{FF2B5EF4-FFF2-40B4-BE49-F238E27FC236}">
                  <a16:creationId xmlns:a16="http://schemas.microsoft.com/office/drawing/2014/main" id="{C4B26D9E-A375-CBE6-3A4F-3E86F0A31866}"/>
                </a:ext>
              </a:extLst>
            </p:cNvPr>
            <p:cNvCxnSpPr>
              <a:cxnSpLocks/>
              <a:stCxn id="54" idx="1"/>
              <a:endCxn id="33" idx="3"/>
            </p:cNvCxnSpPr>
            <p:nvPr/>
          </p:nvCxnSpPr>
          <p:spPr>
            <a:xfrm rot="10800000" flipV="1">
              <a:off x="3471611" y="3131606"/>
              <a:ext cx="344850" cy="790501"/>
            </a:xfrm>
            <a:prstGeom prst="bentConnector3">
              <a:avLst>
                <a:gd name="adj1" fmla="val 61785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5" name="연결선: 꺾임 22564">
              <a:extLst>
                <a:ext uri="{FF2B5EF4-FFF2-40B4-BE49-F238E27FC236}">
                  <a16:creationId xmlns:a16="http://schemas.microsoft.com/office/drawing/2014/main" id="{E1215058-3572-E42A-A48B-46655BFF1EEE}"/>
                </a:ext>
              </a:extLst>
            </p:cNvPr>
            <p:cNvCxnSpPr>
              <a:cxnSpLocks/>
              <a:stCxn id="58" idx="1"/>
              <a:endCxn id="37" idx="3"/>
            </p:cNvCxnSpPr>
            <p:nvPr/>
          </p:nvCxnSpPr>
          <p:spPr>
            <a:xfrm rot="10800000" flipV="1">
              <a:off x="4187074" y="3131606"/>
              <a:ext cx="344850" cy="79050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6" name="연결선: 꺾임 22565">
              <a:extLst>
                <a:ext uri="{FF2B5EF4-FFF2-40B4-BE49-F238E27FC236}">
                  <a16:creationId xmlns:a16="http://schemas.microsoft.com/office/drawing/2014/main" id="{5CE80016-CF4F-C6E1-EB3F-79935DC054DB}"/>
                </a:ext>
              </a:extLst>
            </p:cNvPr>
            <p:cNvCxnSpPr>
              <a:cxnSpLocks/>
              <a:stCxn id="37" idx="1"/>
              <a:endCxn id="17" idx="3"/>
            </p:cNvCxnSpPr>
            <p:nvPr/>
          </p:nvCxnSpPr>
          <p:spPr>
            <a:xfrm rot="10800000" flipV="1">
              <a:off x="3473776" y="3922108"/>
              <a:ext cx="353258" cy="789434"/>
            </a:xfrm>
            <a:prstGeom prst="bentConnector3">
              <a:avLst>
                <a:gd name="adj1" fmla="val 35620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7" name="연결선: 꺾임 22566">
              <a:extLst>
                <a:ext uri="{FF2B5EF4-FFF2-40B4-BE49-F238E27FC236}">
                  <a16:creationId xmlns:a16="http://schemas.microsoft.com/office/drawing/2014/main" id="{7820C9F1-BF6A-1D0E-C98D-D8A6B6DB102E}"/>
                </a:ext>
              </a:extLst>
            </p:cNvPr>
            <p:cNvCxnSpPr>
              <a:cxnSpLocks/>
              <a:stCxn id="33" idx="1"/>
              <a:endCxn id="12" idx="3"/>
            </p:cNvCxnSpPr>
            <p:nvPr/>
          </p:nvCxnSpPr>
          <p:spPr>
            <a:xfrm rot="10800000" flipV="1">
              <a:off x="2758313" y="3922108"/>
              <a:ext cx="353258" cy="789434"/>
            </a:xfrm>
            <a:prstGeom prst="bentConnector3">
              <a:avLst>
                <a:gd name="adj1" fmla="val 39934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68" name="직사각형 22567">
              <a:extLst>
                <a:ext uri="{FF2B5EF4-FFF2-40B4-BE49-F238E27FC236}">
                  <a16:creationId xmlns:a16="http://schemas.microsoft.com/office/drawing/2014/main" id="{8364E85F-2738-A93C-0A7E-071A9D350B65}"/>
                </a:ext>
              </a:extLst>
            </p:cNvPr>
            <p:cNvSpPr/>
            <p:nvPr/>
          </p:nvSpPr>
          <p:spPr bwMode="gray">
            <a:xfrm>
              <a:off x="247265" y="5322124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69" name="직사각형 22568">
              <a:extLst>
                <a:ext uri="{FF2B5EF4-FFF2-40B4-BE49-F238E27FC236}">
                  <a16:creationId xmlns:a16="http://schemas.microsoft.com/office/drawing/2014/main" id="{CFD531EF-2488-FED1-36BA-86E0F57A389B}"/>
                </a:ext>
              </a:extLst>
            </p:cNvPr>
            <p:cNvSpPr/>
            <p:nvPr/>
          </p:nvSpPr>
          <p:spPr bwMode="gray">
            <a:xfrm>
              <a:off x="967345" y="5322124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70" name="직사각형 22569">
              <a:extLst>
                <a:ext uri="{FF2B5EF4-FFF2-40B4-BE49-F238E27FC236}">
                  <a16:creationId xmlns:a16="http://schemas.microsoft.com/office/drawing/2014/main" id="{E5F7F34C-1E89-2A8D-F85B-35A102579007}"/>
                </a:ext>
              </a:extLst>
            </p:cNvPr>
            <p:cNvSpPr/>
            <p:nvPr/>
          </p:nvSpPr>
          <p:spPr bwMode="gray">
            <a:xfrm>
              <a:off x="1682810" y="5322124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FA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71" name="직사각형 22570">
              <a:extLst>
                <a:ext uri="{FF2B5EF4-FFF2-40B4-BE49-F238E27FC236}">
                  <a16:creationId xmlns:a16="http://schemas.microsoft.com/office/drawing/2014/main" id="{FCFCA39B-47EB-7456-76F8-99E89B5C632A}"/>
                </a:ext>
              </a:extLst>
            </p:cNvPr>
            <p:cNvSpPr/>
            <p:nvPr/>
          </p:nvSpPr>
          <p:spPr bwMode="gray">
            <a:xfrm>
              <a:off x="2398273" y="5322124"/>
              <a:ext cx="360040" cy="3600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HA</a:t>
              </a:r>
              <a:endParaRPr lang="ko-KR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572" name="연결선: 꺾임 22571">
              <a:extLst>
                <a:ext uri="{FF2B5EF4-FFF2-40B4-BE49-F238E27FC236}">
                  <a16:creationId xmlns:a16="http://schemas.microsoft.com/office/drawing/2014/main" id="{5A246852-644A-2C24-8637-E713C8C846A2}"/>
                </a:ext>
              </a:extLst>
            </p:cNvPr>
            <p:cNvCxnSpPr>
              <a:cxnSpLocks/>
              <a:stCxn id="17" idx="1"/>
              <a:endCxn id="22571" idx="3"/>
            </p:cNvCxnSpPr>
            <p:nvPr/>
          </p:nvCxnSpPr>
          <p:spPr>
            <a:xfrm rot="10800000" flipV="1">
              <a:off x="2758314" y="4711542"/>
              <a:ext cx="355423" cy="790602"/>
            </a:xfrm>
            <a:prstGeom prst="bentConnector3">
              <a:avLst>
                <a:gd name="adj1" fmla="val 27132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3" name="직선 화살표 연결선 22572">
              <a:extLst>
                <a:ext uri="{FF2B5EF4-FFF2-40B4-BE49-F238E27FC236}">
                  <a16:creationId xmlns:a16="http://schemas.microsoft.com/office/drawing/2014/main" id="{B3210186-662F-A5E9-58D8-31BBCD28F71A}"/>
                </a:ext>
              </a:extLst>
            </p:cNvPr>
            <p:cNvCxnSpPr>
              <a:cxnSpLocks/>
            </p:cNvCxnSpPr>
            <p:nvPr/>
          </p:nvCxnSpPr>
          <p:spPr>
            <a:xfrm>
              <a:off x="2470281" y="4890077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4" name="직선 화살표 연결선 22573">
              <a:extLst>
                <a:ext uri="{FF2B5EF4-FFF2-40B4-BE49-F238E27FC236}">
                  <a16:creationId xmlns:a16="http://schemas.microsoft.com/office/drawing/2014/main" id="{EF470C9B-04CB-6DE3-7674-A33445AD14FC}"/>
                </a:ext>
              </a:extLst>
            </p:cNvPr>
            <p:cNvCxnSpPr>
              <a:cxnSpLocks/>
            </p:cNvCxnSpPr>
            <p:nvPr/>
          </p:nvCxnSpPr>
          <p:spPr>
            <a:xfrm>
              <a:off x="1754816" y="4890077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5" name="직선 화살표 연결선 22574">
              <a:extLst>
                <a:ext uri="{FF2B5EF4-FFF2-40B4-BE49-F238E27FC236}">
                  <a16:creationId xmlns:a16="http://schemas.microsoft.com/office/drawing/2014/main" id="{EB6D3A10-7B12-578F-6D9A-FE6A4F3F96C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129" y="4890077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6" name="연결선: 꺾임 22575">
              <a:extLst>
                <a:ext uri="{FF2B5EF4-FFF2-40B4-BE49-F238E27FC236}">
                  <a16:creationId xmlns:a16="http://schemas.microsoft.com/office/drawing/2014/main" id="{D06AFDD9-4035-1776-899A-9CFD7A563AD9}"/>
                </a:ext>
              </a:extLst>
            </p:cNvPr>
            <p:cNvCxnSpPr>
              <a:cxnSpLocks/>
              <a:stCxn id="4" idx="1"/>
              <a:endCxn id="22568" idx="0"/>
            </p:cNvCxnSpPr>
            <p:nvPr/>
          </p:nvCxnSpPr>
          <p:spPr>
            <a:xfrm rot="10800000" flipV="1">
              <a:off x="427286" y="4711542"/>
              <a:ext cx="535443" cy="610582"/>
            </a:xfrm>
            <a:prstGeom prst="bentConnector2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7" name="직선 화살표 연결선 22576">
              <a:extLst>
                <a:ext uri="{FF2B5EF4-FFF2-40B4-BE49-F238E27FC236}">
                  <a16:creationId xmlns:a16="http://schemas.microsoft.com/office/drawing/2014/main" id="{2A04B649-3728-7F2F-596C-86E97904C61A}"/>
                </a:ext>
              </a:extLst>
            </p:cNvPr>
            <p:cNvCxnSpPr>
              <a:cxnSpLocks/>
              <a:stCxn id="22569" idx="1"/>
              <a:endCxn id="22568" idx="3"/>
            </p:cNvCxnSpPr>
            <p:nvPr/>
          </p:nvCxnSpPr>
          <p:spPr>
            <a:xfrm flipH="1">
              <a:off x="607305" y="5502144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8" name="직선 화살표 연결선 22577">
              <a:extLst>
                <a:ext uri="{FF2B5EF4-FFF2-40B4-BE49-F238E27FC236}">
                  <a16:creationId xmlns:a16="http://schemas.microsoft.com/office/drawing/2014/main" id="{8E0E437B-2671-818F-367C-EE72EEE49A55}"/>
                </a:ext>
              </a:extLst>
            </p:cNvPr>
            <p:cNvCxnSpPr>
              <a:cxnSpLocks/>
            </p:cNvCxnSpPr>
            <p:nvPr/>
          </p:nvCxnSpPr>
          <p:spPr>
            <a:xfrm>
              <a:off x="3189903" y="4887763"/>
              <a:ext cx="0" cy="4285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79" name="TextBox 22578">
              <a:extLst>
                <a:ext uri="{FF2B5EF4-FFF2-40B4-BE49-F238E27FC236}">
                  <a16:creationId xmlns:a16="http://schemas.microsoft.com/office/drawing/2014/main" id="{DC07A841-03F9-B21B-08C7-4283714E61B9}"/>
                </a:ext>
              </a:extLst>
            </p:cNvPr>
            <p:cNvSpPr txBox="1"/>
            <p:nvPr/>
          </p:nvSpPr>
          <p:spPr>
            <a:xfrm>
              <a:off x="3065670" y="5318040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580" name="그룹 22579">
              <a:extLst>
                <a:ext uri="{FF2B5EF4-FFF2-40B4-BE49-F238E27FC236}">
                  <a16:creationId xmlns:a16="http://schemas.microsoft.com/office/drawing/2014/main" id="{0BDEDD4F-CF0D-6BE8-6E98-26C509E7267E}"/>
                </a:ext>
              </a:extLst>
            </p:cNvPr>
            <p:cNvGrpSpPr/>
            <p:nvPr/>
          </p:nvGrpSpPr>
          <p:grpSpPr>
            <a:xfrm>
              <a:off x="1267926" y="4711542"/>
              <a:ext cx="408100" cy="606495"/>
              <a:chOff x="1990173" y="4711542"/>
              <a:chExt cx="408100" cy="606495"/>
            </a:xfrm>
          </p:grpSpPr>
          <p:cxnSp>
            <p:nvCxnSpPr>
              <p:cNvPr id="22594" name="연결선: 꺾임 22593">
                <a:extLst>
                  <a:ext uri="{FF2B5EF4-FFF2-40B4-BE49-F238E27FC236}">
                    <a16:creationId xmlns:a16="http://schemas.microsoft.com/office/drawing/2014/main" id="{C439D29F-48AF-200F-6F49-11E6B8DB250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875839" y="5016715"/>
                <a:ext cx="415656" cy="186987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5" name="연결선: 꺾임 22594">
                <a:extLst>
                  <a:ext uri="{FF2B5EF4-FFF2-40B4-BE49-F238E27FC236}">
                    <a16:creationId xmlns:a16="http://schemas.microsoft.com/office/drawing/2014/main" id="{FCA4D597-0B6A-339E-04C3-FF7F9FBD8078}"/>
                  </a:ext>
                </a:extLst>
              </p:cNvPr>
              <p:cNvCxnSpPr>
                <a:cxnSpLocks/>
                <a:stCxn id="12" idx="1"/>
              </p:cNvCxnSpPr>
              <p:nvPr/>
            </p:nvCxnSpPr>
            <p:spPr>
              <a:xfrm rot="10800000" flipV="1">
                <a:off x="2177161" y="4711542"/>
                <a:ext cx="221112" cy="390474"/>
              </a:xfrm>
              <a:prstGeom prst="bentConnector2">
                <a:avLst/>
              </a:prstGeom>
              <a:ln w="9525">
                <a:solidFill>
                  <a:schemeClr val="tx1"/>
                </a:solidFill>
                <a:headEnd w="sm" len="med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581" name="그룹 22580">
              <a:extLst>
                <a:ext uri="{FF2B5EF4-FFF2-40B4-BE49-F238E27FC236}">
                  <a16:creationId xmlns:a16="http://schemas.microsoft.com/office/drawing/2014/main" id="{AC1E9D4E-5BA3-7F0F-E43C-470FC4E4C415}"/>
                </a:ext>
              </a:extLst>
            </p:cNvPr>
            <p:cNvGrpSpPr/>
            <p:nvPr/>
          </p:nvGrpSpPr>
          <p:grpSpPr>
            <a:xfrm>
              <a:off x="1989089" y="4711542"/>
              <a:ext cx="408100" cy="606495"/>
              <a:chOff x="1990173" y="4711542"/>
              <a:chExt cx="408100" cy="606495"/>
            </a:xfrm>
          </p:grpSpPr>
          <p:cxnSp>
            <p:nvCxnSpPr>
              <p:cNvPr id="22592" name="연결선: 꺾임 22591">
                <a:extLst>
                  <a:ext uri="{FF2B5EF4-FFF2-40B4-BE49-F238E27FC236}">
                    <a16:creationId xmlns:a16="http://schemas.microsoft.com/office/drawing/2014/main" id="{83876A64-4C2A-3344-8370-148EBCEE4B5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875839" y="5016715"/>
                <a:ext cx="415656" cy="186987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3" name="연결선: 꺾임 22592">
                <a:extLst>
                  <a:ext uri="{FF2B5EF4-FFF2-40B4-BE49-F238E27FC236}">
                    <a16:creationId xmlns:a16="http://schemas.microsoft.com/office/drawing/2014/main" id="{36618836-60FC-8231-9F9D-1437641791B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2177161" y="4711542"/>
                <a:ext cx="221112" cy="390474"/>
              </a:xfrm>
              <a:prstGeom prst="bentConnector2">
                <a:avLst/>
              </a:prstGeom>
              <a:ln w="9525">
                <a:solidFill>
                  <a:schemeClr val="tx1"/>
                </a:solidFill>
                <a:headEnd w="sm" len="med"/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582" name="직선 화살표 연결선 22581">
              <a:extLst>
                <a:ext uri="{FF2B5EF4-FFF2-40B4-BE49-F238E27FC236}">
                  <a16:creationId xmlns:a16="http://schemas.microsoft.com/office/drawing/2014/main" id="{79FC701D-DEA0-67A4-FAD8-16D68C2AD836}"/>
                </a:ext>
              </a:extLst>
            </p:cNvPr>
            <p:cNvCxnSpPr>
              <a:cxnSpLocks/>
              <a:stCxn id="22570" idx="1"/>
              <a:endCxn id="22569" idx="3"/>
            </p:cNvCxnSpPr>
            <p:nvPr/>
          </p:nvCxnSpPr>
          <p:spPr>
            <a:xfrm flipH="1">
              <a:off x="1327385" y="5502144"/>
              <a:ext cx="3554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83" name="직선 화살표 연결선 22582">
              <a:extLst>
                <a:ext uri="{FF2B5EF4-FFF2-40B4-BE49-F238E27FC236}">
                  <a16:creationId xmlns:a16="http://schemas.microsoft.com/office/drawing/2014/main" id="{389FA630-D94C-197C-A80F-B2CDF216A708}"/>
                </a:ext>
              </a:extLst>
            </p:cNvPr>
            <p:cNvCxnSpPr>
              <a:cxnSpLocks/>
              <a:stCxn id="22571" idx="1"/>
              <a:endCxn id="22570" idx="3"/>
            </p:cNvCxnSpPr>
            <p:nvPr/>
          </p:nvCxnSpPr>
          <p:spPr>
            <a:xfrm flipH="1">
              <a:off x="2042850" y="5502144"/>
              <a:ext cx="3554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84" name="직선 화살표 연결선 22583">
              <a:extLst>
                <a:ext uri="{FF2B5EF4-FFF2-40B4-BE49-F238E27FC236}">
                  <a16:creationId xmlns:a16="http://schemas.microsoft.com/office/drawing/2014/main" id="{F3556A50-81C1-88EF-670E-8D9F649223CB}"/>
                </a:ext>
              </a:extLst>
            </p:cNvPr>
            <p:cNvCxnSpPr>
              <a:cxnSpLocks/>
              <a:stCxn id="22571" idx="2"/>
            </p:cNvCxnSpPr>
            <p:nvPr/>
          </p:nvCxnSpPr>
          <p:spPr>
            <a:xfrm>
              <a:off x="2578293" y="5682164"/>
              <a:ext cx="0" cy="1668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85" name="직선 화살표 연결선 22584">
              <a:extLst>
                <a:ext uri="{FF2B5EF4-FFF2-40B4-BE49-F238E27FC236}">
                  <a16:creationId xmlns:a16="http://schemas.microsoft.com/office/drawing/2014/main" id="{C36129C9-0C83-EF42-028B-203CC53E9775}"/>
                </a:ext>
              </a:extLst>
            </p:cNvPr>
            <p:cNvCxnSpPr>
              <a:cxnSpLocks/>
            </p:cNvCxnSpPr>
            <p:nvPr/>
          </p:nvCxnSpPr>
          <p:spPr>
            <a:xfrm>
              <a:off x="1856046" y="5682164"/>
              <a:ext cx="0" cy="1668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86" name="직선 화살표 연결선 22585">
              <a:extLst>
                <a:ext uri="{FF2B5EF4-FFF2-40B4-BE49-F238E27FC236}">
                  <a16:creationId xmlns:a16="http://schemas.microsoft.com/office/drawing/2014/main" id="{D75E0FBE-87B9-22A0-1FAE-1FE4F732AA0A}"/>
                </a:ext>
              </a:extLst>
            </p:cNvPr>
            <p:cNvCxnSpPr>
              <a:cxnSpLocks/>
            </p:cNvCxnSpPr>
            <p:nvPr/>
          </p:nvCxnSpPr>
          <p:spPr>
            <a:xfrm>
              <a:off x="1142748" y="5682164"/>
              <a:ext cx="0" cy="1668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87" name="직선 화살표 연결선 22586">
              <a:extLst>
                <a:ext uri="{FF2B5EF4-FFF2-40B4-BE49-F238E27FC236}">
                  <a16:creationId xmlns:a16="http://schemas.microsoft.com/office/drawing/2014/main" id="{6DE8E38B-1468-5D3D-329C-EE3D87C189A7}"/>
                </a:ext>
              </a:extLst>
            </p:cNvPr>
            <p:cNvCxnSpPr>
              <a:cxnSpLocks/>
            </p:cNvCxnSpPr>
            <p:nvPr/>
          </p:nvCxnSpPr>
          <p:spPr>
            <a:xfrm>
              <a:off x="427285" y="5682164"/>
              <a:ext cx="0" cy="1668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88" name="TextBox 22587">
              <a:extLst>
                <a:ext uri="{FF2B5EF4-FFF2-40B4-BE49-F238E27FC236}">
                  <a16:creationId xmlns:a16="http://schemas.microsoft.com/office/drawing/2014/main" id="{D12D04B9-4DB4-B37B-91ED-E3B2BE5FD39E}"/>
                </a:ext>
              </a:extLst>
            </p:cNvPr>
            <p:cNvSpPr txBox="1"/>
            <p:nvPr/>
          </p:nvSpPr>
          <p:spPr>
            <a:xfrm>
              <a:off x="2558204" y="5671337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89" name="TextBox 22588">
              <a:extLst>
                <a:ext uri="{FF2B5EF4-FFF2-40B4-BE49-F238E27FC236}">
                  <a16:creationId xmlns:a16="http://schemas.microsoft.com/office/drawing/2014/main" id="{870CEBA1-72DC-494E-A759-CC83C9D49F41}"/>
                </a:ext>
              </a:extLst>
            </p:cNvPr>
            <p:cNvSpPr txBox="1"/>
            <p:nvPr/>
          </p:nvSpPr>
          <p:spPr>
            <a:xfrm>
              <a:off x="1853204" y="5671337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90" name="TextBox 22589">
              <a:extLst>
                <a:ext uri="{FF2B5EF4-FFF2-40B4-BE49-F238E27FC236}">
                  <a16:creationId xmlns:a16="http://schemas.microsoft.com/office/drawing/2014/main" id="{2F830675-9D52-1BEC-B134-F83662B69183}"/>
                </a:ext>
              </a:extLst>
            </p:cNvPr>
            <p:cNvSpPr txBox="1"/>
            <p:nvPr/>
          </p:nvSpPr>
          <p:spPr>
            <a:xfrm>
              <a:off x="1134839" y="5671337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91" name="TextBox 22590">
              <a:extLst>
                <a:ext uri="{FF2B5EF4-FFF2-40B4-BE49-F238E27FC236}">
                  <a16:creationId xmlns:a16="http://schemas.microsoft.com/office/drawing/2014/main" id="{96FAACBE-0207-8DC3-6F96-5DA6D624ADCA}"/>
                </a:ext>
              </a:extLst>
            </p:cNvPr>
            <p:cNvSpPr txBox="1"/>
            <p:nvPr/>
          </p:nvSpPr>
          <p:spPr>
            <a:xfrm>
              <a:off x="426073" y="5671337"/>
              <a:ext cx="3195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r>
                <a:rPr lang="en-US" altLang="ko-KR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ko-KR" altLang="en-US" sz="10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번호 개체 틀 3">
            <a:extLst>
              <a:ext uri="{FF2B5EF4-FFF2-40B4-BE49-F238E27FC236}">
                <a16:creationId xmlns:a16="http://schemas.microsoft.com/office/drawing/2014/main" id="{B2F247A0-B42E-F22F-29AB-49B189907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BD7000-5193-43CC-9DAA-EFB372FEBB0E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14" name="제목 4">
            <a:extLst>
              <a:ext uri="{FF2B5EF4-FFF2-40B4-BE49-F238E27FC236}">
                <a16:creationId xmlns:a16="http://schemas.microsoft.com/office/drawing/2014/main" id="{5BE8DC02-DED7-9A83-1D77-6A74DF4E957B}"/>
              </a:ext>
            </a:extLst>
          </p:cNvPr>
          <p:cNvSpPr txBox="1">
            <a:spLocks/>
          </p:cNvSpPr>
          <p:nvPr/>
        </p:nvSpPr>
        <p:spPr>
          <a:xfrm>
            <a:off x="1343026" y="188913"/>
            <a:ext cx="9324975" cy="79216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22</a:t>
            </a:r>
            <a:r>
              <a:rPr kumimoji="0" lang="en-US" altLang="ko-KR" sz="5400" b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×</a:t>
            </a: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22 Carry Save Multiplier </a:t>
            </a:r>
          </a:p>
        </p:txBody>
      </p:sp>
      <p:sp>
        <p:nvSpPr>
          <p:cNvPr id="23556" name="직사각형 7">
            <a:extLst>
              <a:ext uri="{FF2B5EF4-FFF2-40B4-BE49-F238E27FC236}">
                <a16:creationId xmlns:a16="http://schemas.microsoft.com/office/drawing/2014/main" id="{29AFF126-10FB-88CA-BA91-9CB7CADAA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9" y="1214439"/>
            <a:ext cx="89296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22×22 Carry Save Multiplier ( SRCS Adder in the last stage ) </a:t>
            </a:r>
            <a:endParaRPr kumimoji="0" lang="en-US" altLang="ko-KR" sz="15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F13DDA69-8906-CBE5-FF33-EF9959BB1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205" y="2652714"/>
            <a:ext cx="35052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8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Make a 22-bit Array !</a:t>
            </a:r>
            <a:endParaRPr lang="en-US" altLang="ko-KR" sz="2000" dirty="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558" name="모서리가 둥근 직사각형 25">
            <a:extLst>
              <a:ext uri="{FF2B5EF4-FFF2-40B4-BE49-F238E27FC236}">
                <a16:creationId xmlns:a16="http://schemas.microsoft.com/office/drawing/2014/main" id="{BC585477-A0D0-EB46-6DB5-3DD307A9D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2589213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3559" name="모서리가 둥근 직사각형 27">
            <a:extLst>
              <a:ext uri="{FF2B5EF4-FFF2-40B4-BE49-F238E27FC236}">
                <a16:creationId xmlns:a16="http://schemas.microsoft.com/office/drawing/2014/main" id="{B2170AED-9417-89EE-2D8E-3C0606EBD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3254375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3560" name="모서리가 둥근 직사각형 28">
            <a:extLst>
              <a:ext uri="{FF2B5EF4-FFF2-40B4-BE49-F238E27FC236}">
                <a16:creationId xmlns:a16="http://schemas.microsoft.com/office/drawing/2014/main" id="{E87D333F-DEE0-509B-A158-126F4F7A2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3938588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3561" name="모서리가 둥근 직사각형 29">
            <a:extLst>
              <a:ext uri="{FF2B5EF4-FFF2-40B4-BE49-F238E27FC236}">
                <a16:creationId xmlns:a16="http://schemas.microsoft.com/office/drawing/2014/main" id="{CC7477AD-6C35-84C3-339A-5976C137B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868863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23562" name="직선 연결선 20">
            <a:extLst>
              <a:ext uri="{FF2B5EF4-FFF2-40B4-BE49-F238E27FC236}">
                <a16:creationId xmlns:a16="http://schemas.microsoft.com/office/drawing/2014/main" id="{AE14B2B1-4E2E-FB7E-A11B-5E8478D610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51538" y="4557713"/>
            <a:ext cx="0" cy="304800"/>
          </a:xfrm>
          <a:prstGeom prst="line">
            <a:avLst/>
          </a:prstGeom>
          <a:noFill/>
          <a:ln w="57150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63" name="모서리가 둥근 직사각형 32">
            <a:extLst>
              <a:ext uri="{FF2B5EF4-FFF2-40B4-BE49-F238E27FC236}">
                <a16:creationId xmlns:a16="http://schemas.microsoft.com/office/drawing/2014/main" id="{286BC90A-B325-9F96-12A9-854A9A0BD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534025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22-bit Square Root Carry Select Adder</a:t>
            </a:r>
            <a:endParaRPr lang="en-US" altLang="ko-KR" sz="1600" dirty="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3564" name="그룹 5">
            <a:extLst>
              <a:ext uri="{FF2B5EF4-FFF2-40B4-BE49-F238E27FC236}">
                <a16:creationId xmlns:a16="http://schemas.microsoft.com/office/drawing/2014/main" id="{4C6E3034-6740-F45B-1CCD-AF277ED928E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760538"/>
            <a:ext cx="5334000" cy="715962"/>
            <a:chOff x="3657600" y="1760538"/>
            <a:chExt cx="5334000" cy="715962"/>
          </a:xfrm>
        </p:grpSpPr>
        <p:graphicFrame>
          <p:nvGraphicFramePr>
            <p:cNvPr id="23573" name="개체 1">
              <a:extLst>
                <a:ext uri="{FF2B5EF4-FFF2-40B4-BE49-F238E27FC236}">
                  <a16:creationId xmlns:a16="http://schemas.microsoft.com/office/drawing/2014/main" id="{0B199D8E-FF2A-BCCE-53F5-D9CB9EC268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75063" y="1800225"/>
            <a:ext cx="24384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4622222" imgH="1180952" progId="Photoshop.Image.12">
                    <p:embed/>
                  </p:oleObj>
                </mc:Choice>
                <mc:Fallback>
                  <p:oleObj name="Image" r:id="rId2" imgW="4622222" imgH="1180952" progId="Photoshop.Image.12">
                    <p:embed/>
                    <p:pic>
                      <p:nvPicPr>
                        <p:cNvPr id="0" name="개체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5063" y="1800225"/>
                          <a:ext cx="24384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4" name="직사각형 3">
              <a:extLst>
                <a:ext uri="{FF2B5EF4-FFF2-40B4-BE49-F238E27FC236}">
                  <a16:creationId xmlns:a16="http://schemas.microsoft.com/office/drawing/2014/main" id="{EE8F0165-3BEC-EB29-11A2-EF0D1C209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102" y="2111375"/>
              <a:ext cx="228600" cy="15222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endParaRPr lang="ko-KR" altLang="en-US" sz="240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3575" name="TextBox 2">
              <a:extLst>
                <a:ext uri="{FF2B5EF4-FFF2-40B4-BE49-F238E27FC236}">
                  <a16:creationId xmlns:a16="http://schemas.microsoft.com/office/drawing/2014/main" id="{8010283C-E497-0FE8-0F9C-2E5A6950E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195" y="2064040"/>
              <a:ext cx="474078" cy="230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900" b="1">
                  <a:latin typeface="Times New Roman" panose="02020603050405020304" pitchFamily="18" charset="0"/>
                  <a:ea typeface="굴림" panose="020B0600000101010101" pitchFamily="50" charset="-127"/>
                </a:rPr>
                <a:t>FA</a:t>
              </a:r>
              <a:endParaRPr lang="ko-KR" altLang="en-US" sz="900" b="1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graphicFrame>
          <p:nvGraphicFramePr>
            <p:cNvPr id="23576" name="개체 6">
              <a:extLst>
                <a:ext uri="{FF2B5EF4-FFF2-40B4-BE49-F238E27FC236}">
                  <a16:creationId xmlns:a16="http://schemas.microsoft.com/office/drawing/2014/main" id="{8869B29E-9716-4D74-D167-478A952DE7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2250" y="1770063"/>
            <a:ext cx="2360613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4" imgW="3022222" imgH="812698" progId="Photoshop.Image.12">
                    <p:embed/>
                  </p:oleObj>
                </mc:Choice>
                <mc:Fallback>
                  <p:oleObj name="Image" r:id="rId4" imgW="3022222" imgH="812698" progId="Photoshop.Image.12">
                    <p:embed/>
                    <p:pic>
                      <p:nvPicPr>
                        <p:cNvPr id="0" name="개체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2250" y="1770063"/>
                          <a:ext cx="2360613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3577" name="직선 연결선 8">
              <a:extLst>
                <a:ext uri="{FF2B5EF4-FFF2-40B4-BE49-F238E27FC236}">
                  <a16:creationId xmlns:a16="http://schemas.microsoft.com/office/drawing/2014/main" id="{6F84E2D3-2C12-E560-5F74-48866C92F5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13463" y="2179638"/>
              <a:ext cx="381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8" name="모서리가 둥근 직사각형 13">
              <a:extLst>
                <a:ext uri="{FF2B5EF4-FFF2-40B4-BE49-F238E27FC236}">
                  <a16:creationId xmlns:a16="http://schemas.microsoft.com/office/drawing/2014/main" id="{7CC4FAFD-FEA7-E0F1-99C7-5E9B496D9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1760538"/>
              <a:ext cx="5334000" cy="71596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2A2AE9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endParaRPr lang="ko-KR" altLang="en-US" sz="240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pic>
          <p:nvPicPr>
            <p:cNvPr id="23579" name="그림 4">
              <a:extLst>
                <a:ext uri="{FF2B5EF4-FFF2-40B4-BE49-F238E27FC236}">
                  <a16:creationId xmlns:a16="http://schemas.microsoft.com/office/drawing/2014/main" id="{BF9E8C43-7F16-A238-9FC5-809307FC0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2591" y="2020590"/>
              <a:ext cx="374061" cy="335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0" name="그림 33">
              <a:extLst>
                <a:ext uri="{FF2B5EF4-FFF2-40B4-BE49-F238E27FC236}">
                  <a16:creationId xmlns:a16="http://schemas.microsoft.com/office/drawing/2014/main" id="{226A4E6C-661A-B565-CA7C-12C02271D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9926" y="1988116"/>
              <a:ext cx="374061" cy="335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DDB8298-B1FC-5B89-A104-21F13259E046}"/>
              </a:ext>
            </a:extLst>
          </p:cNvPr>
          <p:cNvCxnSpPr/>
          <p:nvPr/>
        </p:nvCxnSpPr>
        <p:spPr>
          <a:xfrm>
            <a:off x="4673600" y="1676400"/>
            <a:ext cx="5994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6" name="Rectangle 5">
            <a:extLst>
              <a:ext uri="{FF2B5EF4-FFF2-40B4-BE49-F238E27FC236}">
                <a16:creationId xmlns:a16="http://schemas.microsoft.com/office/drawing/2014/main" id="{587D0732-D324-6900-5404-161F67A07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176" y="1544638"/>
            <a:ext cx="23907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Add flip-flop</a:t>
            </a:r>
          </a:p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at the input / output</a:t>
            </a:r>
            <a:endParaRPr lang="en-US" altLang="ko-KR" sz="160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8C46C50-A50E-7EE9-5E98-8F70A6C7227A}"/>
              </a:ext>
            </a:extLst>
          </p:cNvPr>
          <p:cNvCxnSpPr/>
          <p:nvPr/>
        </p:nvCxnSpPr>
        <p:spPr>
          <a:xfrm>
            <a:off x="1676400" y="6207125"/>
            <a:ext cx="899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CA90B2C-DD8B-4D3E-C02D-2E244FDE0AB7}"/>
              </a:ext>
            </a:extLst>
          </p:cNvPr>
          <p:cNvCxnSpPr/>
          <p:nvPr/>
        </p:nvCxnSpPr>
        <p:spPr>
          <a:xfrm>
            <a:off x="10131425" y="2351088"/>
            <a:ext cx="0" cy="379571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42AB5DD-5832-7CE7-08B2-FB7717ABE728}"/>
              </a:ext>
            </a:extLst>
          </p:cNvPr>
          <p:cNvCxnSpPr/>
          <p:nvPr/>
        </p:nvCxnSpPr>
        <p:spPr>
          <a:xfrm>
            <a:off x="9551988" y="3128964"/>
            <a:ext cx="0" cy="3017837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DA3533B-2597-8082-B718-F638637C060B}"/>
              </a:ext>
            </a:extLst>
          </p:cNvPr>
          <p:cNvCxnSpPr/>
          <p:nvPr/>
        </p:nvCxnSpPr>
        <p:spPr>
          <a:xfrm>
            <a:off x="8975725" y="3794126"/>
            <a:ext cx="0" cy="2352675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51AE4D4-D782-BD5F-06DB-F1495DBFD2AF}"/>
              </a:ext>
            </a:extLst>
          </p:cNvPr>
          <p:cNvCxnSpPr/>
          <p:nvPr/>
        </p:nvCxnSpPr>
        <p:spPr>
          <a:xfrm>
            <a:off x="8472488" y="4478338"/>
            <a:ext cx="0" cy="166846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65B8D2B-FD31-4E02-50FE-024B1BB74C98}"/>
              </a:ext>
            </a:extLst>
          </p:cNvPr>
          <p:cNvCxnSpPr/>
          <p:nvPr/>
        </p:nvCxnSpPr>
        <p:spPr>
          <a:xfrm>
            <a:off x="7104063" y="5481638"/>
            <a:ext cx="0" cy="66516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6877-DAA1-CEEF-D310-D6509BD7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4CE231AB-00D0-76C5-388D-5B3600FB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1776"/>
            <a:ext cx="8229600" cy="868363"/>
          </a:xfrm>
        </p:spPr>
        <p:txBody>
          <a:bodyPr/>
          <a:lstStyle/>
          <a:p>
            <a:pPr algn="ctr">
              <a:defRPr/>
            </a:pPr>
            <a:r>
              <a:rPr lang="en-US" altLang="ko-KR" sz="5400" dirty="0"/>
              <a:t>Contents</a:t>
            </a:r>
            <a:endParaRPr lang="ko-KR" altLang="en-US" sz="5400" dirty="0"/>
          </a:p>
        </p:txBody>
      </p:sp>
      <p:sp>
        <p:nvSpPr>
          <p:cNvPr id="16387" name="직사각형 6">
            <a:extLst>
              <a:ext uri="{FF2B5EF4-FFF2-40B4-BE49-F238E27FC236}">
                <a16:creationId xmlns:a16="http://schemas.microsoft.com/office/drawing/2014/main" id="{DE12EB97-D2B5-D30F-B14A-DA9CEC736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544" y="1224048"/>
            <a:ext cx="9092976" cy="4750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14350" indent="-5143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(SRCS adder)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Modify the previous Carry Save Multiplier</a:t>
            </a:r>
          </a:p>
          <a:p>
            <a:pPr marL="514800" marR="0" lvl="0" indent="-514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2-stage Pipelined</a:t>
            </a:r>
            <a:r>
              <a:rPr kumimoji="0"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&amp; Synthesis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Results</a:t>
            </a:r>
            <a:br>
              <a:rPr kumimoji="0" lang="en-US" altLang="ko-KR" sz="20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Check the functionality and Add the flip-flops</a:t>
            </a:r>
            <a:b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Measure the critical path delay &amp; circuit area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Check the experimental results (max. clock cycle, area, power )</a:t>
            </a:r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5CF0F1F7-8ED9-EBB9-B7EF-B42B65824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9EEAAA-9BB1-4D3B-9B95-6636812DE149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ko-KR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30778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F1B5-B0FF-2BFE-0C85-A6831B47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43CDB401-3A42-184A-9F89-F298F1826710}"/>
              </a:ext>
            </a:extLst>
          </p:cNvPr>
          <p:cNvGrpSpPr/>
          <p:nvPr/>
        </p:nvGrpSpPr>
        <p:grpSpPr>
          <a:xfrm>
            <a:off x="1595438" y="2086946"/>
            <a:ext cx="5724698" cy="3856292"/>
            <a:chOff x="1595438" y="2086946"/>
            <a:chExt cx="5724698" cy="3856292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D517576-53AD-BB27-71E1-9D8D55F31941}"/>
                </a:ext>
              </a:extLst>
            </p:cNvPr>
            <p:cNvGrpSpPr/>
            <p:nvPr/>
          </p:nvGrpSpPr>
          <p:grpSpPr>
            <a:xfrm>
              <a:off x="1595438" y="2086946"/>
              <a:ext cx="5724698" cy="3856292"/>
              <a:chOff x="71438" y="2086946"/>
              <a:chExt cx="5724698" cy="3856292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56F952BE-2540-B343-0F6E-E4A59D051C1C}"/>
                  </a:ext>
                </a:extLst>
              </p:cNvPr>
              <p:cNvSpPr/>
              <p:nvPr/>
            </p:nvSpPr>
            <p:spPr bwMode="gray">
              <a:xfrm>
                <a:off x="71438" y="5016833"/>
                <a:ext cx="3481347" cy="926405"/>
              </a:xfrm>
              <a:prstGeom prst="roundRect">
                <a:avLst/>
              </a:prstGeom>
              <a:pattFill prst="pct5">
                <a:fgClr>
                  <a:schemeClr val="tx1"/>
                </a:fgClr>
                <a:bgClr>
                  <a:schemeClr val="bg1"/>
                </a:bgClr>
              </a:pattFill>
              <a:ln w="1524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CC8360F1-2CF1-2472-296C-0D15EED0439C}"/>
                  </a:ext>
                </a:extLst>
              </p:cNvPr>
              <p:cNvSpPr/>
              <p:nvPr/>
            </p:nvSpPr>
            <p:spPr bwMode="gray">
              <a:xfrm>
                <a:off x="962728" y="4531522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순서도: 지연 24">
                <a:extLst>
                  <a:ext uri="{FF2B5EF4-FFF2-40B4-BE49-F238E27FC236}">
                    <a16:creationId xmlns:a16="http://schemas.microsoft.com/office/drawing/2014/main" id="{A063E44F-2F45-E608-D19E-7C26627364DD}"/>
                  </a:ext>
                </a:extLst>
              </p:cNvPr>
              <p:cNvSpPr/>
              <p:nvPr/>
            </p:nvSpPr>
            <p:spPr bwMode="gray">
              <a:xfrm rot="5400000">
                <a:off x="1178752" y="4317270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CB5F2D44-EAED-8350-B807-9EF184B8E13D}"/>
                  </a:ext>
                </a:extLst>
              </p:cNvPr>
              <p:cNvCxnSpPr>
                <a:cxnSpLocks/>
                <a:stCxn id="25" idx="3"/>
              </p:cNvCxnSpPr>
              <p:nvPr/>
            </p:nvCxnSpPr>
            <p:spPr>
              <a:xfrm>
                <a:off x="1250760" y="4461286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AAFE5AE5-EBD0-C12F-C16A-90DE59191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893" y="4181722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6B663847-7DE3-9A8B-39C8-B50B3CDF58F8}"/>
                  </a:ext>
                </a:extLst>
              </p:cNvPr>
              <p:cNvSpPr/>
              <p:nvPr/>
            </p:nvSpPr>
            <p:spPr bwMode="gray">
              <a:xfrm>
                <a:off x="1682808" y="4531522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순서도: 지연 28">
                <a:extLst>
                  <a:ext uri="{FF2B5EF4-FFF2-40B4-BE49-F238E27FC236}">
                    <a16:creationId xmlns:a16="http://schemas.microsoft.com/office/drawing/2014/main" id="{B8283E35-36D9-B2A7-2F94-84AC344223B6}"/>
                  </a:ext>
                </a:extLst>
              </p:cNvPr>
              <p:cNvSpPr/>
              <p:nvPr/>
            </p:nvSpPr>
            <p:spPr bwMode="gray">
              <a:xfrm rot="5400000">
                <a:off x="1898832" y="4317270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3D094655-CED9-0763-A4EA-DDA5E6542487}"/>
                  </a:ext>
                </a:extLst>
              </p:cNvPr>
              <p:cNvCxnSpPr>
                <a:cxnSpLocks/>
                <a:stCxn id="29" idx="3"/>
              </p:cNvCxnSpPr>
              <p:nvPr/>
            </p:nvCxnSpPr>
            <p:spPr>
              <a:xfrm>
                <a:off x="1970840" y="4461286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0A754984-A50C-5FF0-CE68-FA723D947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6973" y="4181722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59F429E-BFF6-F19E-E8CE-8703A16C1E79}"/>
                  </a:ext>
                </a:extLst>
              </p:cNvPr>
              <p:cNvSpPr/>
              <p:nvPr/>
            </p:nvSpPr>
            <p:spPr bwMode="gray">
              <a:xfrm>
                <a:off x="2398273" y="4531522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순서도: 지연 32">
                <a:extLst>
                  <a:ext uri="{FF2B5EF4-FFF2-40B4-BE49-F238E27FC236}">
                    <a16:creationId xmlns:a16="http://schemas.microsoft.com/office/drawing/2014/main" id="{6120BD4B-5923-047D-5EF4-AFECC64C5F50}"/>
                  </a:ext>
                </a:extLst>
              </p:cNvPr>
              <p:cNvSpPr/>
              <p:nvPr/>
            </p:nvSpPr>
            <p:spPr bwMode="gray">
              <a:xfrm rot="5400000">
                <a:off x="2614297" y="4317270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4F78BD0A-58D0-F72F-AA9D-0BE00296D9F2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>
                <a:off x="2686305" y="4461286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A03169CD-C902-2276-4F74-5A510A55FB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2438" y="4181722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6C31B138-352C-75AF-73AB-A19304DE1E72}"/>
                  </a:ext>
                </a:extLst>
              </p:cNvPr>
              <p:cNvSpPr/>
              <p:nvPr/>
            </p:nvSpPr>
            <p:spPr bwMode="gray">
              <a:xfrm>
                <a:off x="3113736" y="4531522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순서도: 지연 36">
                <a:extLst>
                  <a:ext uri="{FF2B5EF4-FFF2-40B4-BE49-F238E27FC236}">
                    <a16:creationId xmlns:a16="http://schemas.microsoft.com/office/drawing/2014/main" id="{2DF1C847-E626-35E0-6303-1A0E15A958F3}"/>
                  </a:ext>
                </a:extLst>
              </p:cNvPr>
              <p:cNvSpPr/>
              <p:nvPr/>
            </p:nvSpPr>
            <p:spPr bwMode="gray">
              <a:xfrm rot="5400000">
                <a:off x="3329760" y="4317270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F917805A-285D-178E-518E-260B3B21FA9E}"/>
                  </a:ext>
                </a:extLst>
              </p:cNvPr>
              <p:cNvCxnSpPr>
                <a:cxnSpLocks/>
                <a:stCxn id="37" idx="3"/>
              </p:cNvCxnSpPr>
              <p:nvPr/>
            </p:nvCxnSpPr>
            <p:spPr>
              <a:xfrm>
                <a:off x="3401768" y="4461286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2F344466-D9D2-A784-A4B0-13411F09FC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7901" y="4181722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082A9517-3C30-2551-D99A-0852F0485235}"/>
                  </a:ext>
                </a:extLst>
              </p:cNvPr>
              <p:cNvGrpSpPr/>
              <p:nvPr/>
            </p:nvGrpSpPr>
            <p:grpSpPr>
              <a:xfrm>
                <a:off x="1284628" y="4145857"/>
                <a:ext cx="2151008" cy="169641"/>
                <a:chOff x="1307240" y="3499165"/>
                <a:chExt cx="2151008" cy="133776"/>
              </a:xfrm>
            </p:grpSpPr>
            <p:cxnSp>
              <p:nvCxnSpPr>
                <p:cNvPr id="19931" name="직선 화살표 연결선 19930">
                  <a:extLst>
                    <a:ext uri="{FF2B5EF4-FFF2-40B4-BE49-F238E27FC236}">
                      <a16:creationId xmlns:a16="http://schemas.microsoft.com/office/drawing/2014/main" id="{E0D40DFA-910C-BCC4-2E72-96AD76A141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07240" y="3499165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34" name="직선 화살표 연결선 19933">
                  <a:extLst>
                    <a:ext uri="{FF2B5EF4-FFF2-40B4-BE49-F238E27FC236}">
                      <a16:creationId xmlns:a16="http://schemas.microsoft.com/office/drawing/2014/main" id="{45249BC8-07C4-B84B-90B3-D6D445026F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7320" y="3499165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35" name="직선 화살표 연결선 19934">
                  <a:extLst>
                    <a:ext uri="{FF2B5EF4-FFF2-40B4-BE49-F238E27FC236}">
                      <a16:creationId xmlns:a16="http://schemas.microsoft.com/office/drawing/2014/main" id="{268ADB89-3F4D-80E9-9FA7-C7BC9FD158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2785" y="3499165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36" name="직선 화살표 연결선 19935">
                  <a:extLst>
                    <a:ext uri="{FF2B5EF4-FFF2-40B4-BE49-F238E27FC236}">
                      <a16:creationId xmlns:a16="http://schemas.microsoft.com/office/drawing/2014/main" id="{FD5B9CD8-22D8-397E-1CD2-B9EF54FB6E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58248" y="3499165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524F603F-76BA-B688-A8A9-C7E1D83A2B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816" y="4103014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C2C02A09-FD0E-4112-FF03-AD75D55BE8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0281" y="4103014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31949524-77B6-7F29-C5AB-A9541FAA1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5744" y="4103014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B3452E14-6F13-11C6-9493-710CF91A130A}"/>
                  </a:ext>
                </a:extLst>
              </p:cNvPr>
              <p:cNvSpPr/>
              <p:nvPr/>
            </p:nvSpPr>
            <p:spPr bwMode="gray">
              <a:xfrm>
                <a:off x="1676026" y="3742088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순서도: 지연 44">
                <a:extLst>
                  <a:ext uri="{FF2B5EF4-FFF2-40B4-BE49-F238E27FC236}">
                    <a16:creationId xmlns:a16="http://schemas.microsoft.com/office/drawing/2014/main" id="{CF0595F5-ED68-BB87-3733-25B9DD675888}"/>
                  </a:ext>
                </a:extLst>
              </p:cNvPr>
              <p:cNvSpPr/>
              <p:nvPr/>
            </p:nvSpPr>
            <p:spPr bwMode="gray">
              <a:xfrm rot="5400000">
                <a:off x="1892050" y="3527836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BBA851CF-1EEB-67AA-5785-956FDFC805EE}"/>
                  </a:ext>
                </a:extLst>
              </p:cNvPr>
              <p:cNvCxnSpPr>
                <a:cxnSpLocks/>
                <a:stCxn id="45" idx="3"/>
              </p:cNvCxnSpPr>
              <p:nvPr/>
            </p:nvCxnSpPr>
            <p:spPr>
              <a:xfrm>
                <a:off x="1964058" y="3671852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6707F9A3-ADED-7348-A00C-130BE7249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0191" y="3392288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43C95717-BBAF-6142-00A6-BBE84B995A86}"/>
                  </a:ext>
                </a:extLst>
              </p:cNvPr>
              <p:cNvSpPr/>
              <p:nvPr/>
            </p:nvSpPr>
            <p:spPr bwMode="gray">
              <a:xfrm>
                <a:off x="2396106" y="3742088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순서도: 지연 48">
                <a:extLst>
                  <a:ext uri="{FF2B5EF4-FFF2-40B4-BE49-F238E27FC236}">
                    <a16:creationId xmlns:a16="http://schemas.microsoft.com/office/drawing/2014/main" id="{7EE8F45F-8903-543F-1600-F836BF25F117}"/>
                  </a:ext>
                </a:extLst>
              </p:cNvPr>
              <p:cNvSpPr/>
              <p:nvPr/>
            </p:nvSpPr>
            <p:spPr bwMode="gray">
              <a:xfrm rot="5400000">
                <a:off x="2612130" y="3527836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F44160CF-51DC-1B19-526B-1F84C5B6A314}"/>
                  </a:ext>
                </a:extLst>
              </p:cNvPr>
              <p:cNvCxnSpPr>
                <a:cxnSpLocks/>
                <a:stCxn id="49" idx="3"/>
              </p:cNvCxnSpPr>
              <p:nvPr/>
            </p:nvCxnSpPr>
            <p:spPr>
              <a:xfrm>
                <a:off x="2684138" y="3671852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화살표 연결선 50">
                <a:extLst>
                  <a:ext uri="{FF2B5EF4-FFF2-40B4-BE49-F238E27FC236}">
                    <a16:creationId xmlns:a16="http://schemas.microsoft.com/office/drawing/2014/main" id="{8736137F-5CC7-4117-AB75-FD9CC56F56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271" y="3392288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2940797F-8772-3EC1-0DE5-A83A00B9BA35}"/>
                  </a:ext>
                </a:extLst>
              </p:cNvPr>
              <p:cNvSpPr/>
              <p:nvPr/>
            </p:nvSpPr>
            <p:spPr bwMode="gray">
              <a:xfrm>
                <a:off x="3111571" y="3742088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순서도: 지연 52">
                <a:extLst>
                  <a:ext uri="{FF2B5EF4-FFF2-40B4-BE49-F238E27FC236}">
                    <a16:creationId xmlns:a16="http://schemas.microsoft.com/office/drawing/2014/main" id="{8AA1A6DB-02BD-7E50-288A-6D8CF1485D57}"/>
                  </a:ext>
                </a:extLst>
              </p:cNvPr>
              <p:cNvSpPr/>
              <p:nvPr/>
            </p:nvSpPr>
            <p:spPr bwMode="gray">
              <a:xfrm rot="5400000">
                <a:off x="3327595" y="3527836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7A9FE012-F5EB-6A3E-6981-F974F17BE446}"/>
                  </a:ext>
                </a:extLst>
              </p:cNvPr>
              <p:cNvCxnSpPr>
                <a:cxnSpLocks/>
                <a:stCxn id="53" idx="3"/>
              </p:cNvCxnSpPr>
              <p:nvPr/>
            </p:nvCxnSpPr>
            <p:spPr>
              <a:xfrm>
                <a:off x="3399603" y="3671852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화살표 연결선 54">
                <a:extLst>
                  <a:ext uri="{FF2B5EF4-FFF2-40B4-BE49-F238E27FC236}">
                    <a16:creationId xmlns:a16="http://schemas.microsoft.com/office/drawing/2014/main" id="{E724808C-F18F-4DE2-A7D1-D2821AF1D7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5736" y="3392288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061B4C2-C782-5846-96A0-8D2004E24C98}"/>
                  </a:ext>
                </a:extLst>
              </p:cNvPr>
              <p:cNvSpPr/>
              <p:nvPr/>
            </p:nvSpPr>
            <p:spPr bwMode="gray">
              <a:xfrm>
                <a:off x="3827034" y="3742088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순서도: 지연 56">
                <a:extLst>
                  <a:ext uri="{FF2B5EF4-FFF2-40B4-BE49-F238E27FC236}">
                    <a16:creationId xmlns:a16="http://schemas.microsoft.com/office/drawing/2014/main" id="{45375601-2536-8D12-45A7-54DA875D6CB9}"/>
                  </a:ext>
                </a:extLst>
              </p:cNvPr>
              <p:cNvSpPr/>
              <p:nvPr/>
            </p:nvSpPr>
            <p:spPr bwMode="gray">
              <a:xfrm rot="5400000">
                <a:off x="4043058" y="3527836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27119EC1-D803-4CFF-E91E-B088AC462A23}"/>
                  </a:ext>
                </a:extLst>
              </p:cNvPr>
              <p:cNvCxnSpPr>
                <a:cxnSpLocks/>
                <a:stCxn id="57" idx="3"/>
              </p:cNvCxnSpPr>
              <p:nvPr/>
            </p:nvCxnSpPr>
            <p:spPr>
              <a:xfrm>
                <a:off x="4115066" y="3671852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화살표 연결선 58">
                <a:extLst>
                  <a:ext uri="{FF2B5EF4-FFF2-40B4-BE49-F238E27FC236}">
                    <a16:creationId xmlns:a16="http://schemas.microsoft.com/office/drawing/2014/main" id="{B5E6F497-0F5D-435A-AAAF-61CC94165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1199" y="3392288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3FE9CA3E-AFAE-A8F9-B016-C3F15AF228F3}"/>
                  </a:ext>
                </a:extLst>
              </p:cNvPr>
              <p:cNvGrpSpPr/>
              <p:nvPr/>
            </p:nvGrpSpPr>
            <p:grpSpPr>
              <a:xfrm>
                <a:off x="1997926" y="3351640"/>
                <a:ext cx="2151008" cy="174424"/>
                <a:chOff x="2020538" y="2709731"/>
                <a:chExt cx="2151008" cy="133776"/>
              </a:xfrm>
            </p:grpSpPr>
            <p:cxnSp>
              <p:nvCxnSpPr>
                <p:cNvPr id="19925" name="직선 화살표 연결선 19924">
                  <a:extLst>
                    <a:ext uri="{FF2B5EF4-FFF2-40B4-BE49-F238E27FC236}">
                      <a16:creationId xmlns:a16="http://schemas.microsoft.com/office/drawing/2014/main" id="{294FF0FF-1C2D-BA4A-3122-08EAD77D59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20538" y="270973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27" name="직선 화살표 연결선 19926">
                  <a:extLst>
                    <a:ext uri="{FF2B5EF4-FFF2-40B4-BE49-F238E27FC236}">
                      <a16:creationId xmlns:a16="http://schemas.microsoft.com/office/drawing/2014/main" id="{A5F3E60A-B63A-FB74-78F2-FD1318F8BA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0618" y="270973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28" name="직선 화살표 연결선 19927">
                  <a:extLst>
                    <a:ext uri="{FF2B5EF4-FFF2-40B4-BE49-F238E27FC236}">
                      <a16:creationId xmlns:a16="http://schemas.microsoft.com/office/drawing/2014/main" id="{9340716A-18CC-E8F4-23F3-753D8B057C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56083" y="270973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30" name="직선 화살표 연결선 19929">
                  <a:extLst>
                    <a:ext uri="{FF2B5EF4-FFF2-40B4-BE49-F238E27FC236}">
                      <a16:creationId xmlns:a16="http://schemas.microsoft.com/office/drawing/2014/main" id="{C2328DD6-0140-1D4A-F61D-A84420DD12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71546" y="270973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1" name="직선 화살표 연결선 60">
                <a:extLst>
                  <a:ext uri="{FF2B5EF4-FFF2-40B4-BE49-F238E27FC236}">
                    <a16:creationId xmlns:a16="http://schemas.microsoft.com/office/drawing/2014/main" id="{BC558FDC-4F5B-5CE6-4430-7F9DB31285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8114" y="3313580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DB2FD8D6-3036-DF01-3E77-C986121828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3579" y="3313580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52E74527-6D3F-92F8-1E24-75161092B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9042" y="3313580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12" name="직선 화살표 연결선 19711">
                <a:extLst>
                  <a:ext uri="{FF2B5EF4-FFF2-40B4-BE49-F238E27FC236}">
                    <a16:creationId xmlns:a16="http://schemas.microsoft.com/office/drawing/2014/main" id="{1BA7AF81-ADE5-9710-6238-FA54FD322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99042" y="4101244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13" name="직사각형 19712">
                <a:extLst>
                  <a:ext uri="{FF2B5EF4-FFF2-40B4-BE49-F238E27FC236}">
                    <a16:creationId xmlns:a16="http://schemas.microsoft.com/office/drawing/2014/main" id="{4B0B4063-1AEB-0638-0D6E-30F6D7AC13F9}"/>
                  </a:ext>
                </a:extLst>
              </p:cNvPr>
              <p:cNvSpPr/>
              <p:nvPr/>
            </p:nvSpPr>
            <p:spPr bwMode="gray">
              <a:xfrm>
                <a:off x="2380916" y="2951587"/>
                <a:ext cx="360040" cy="360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14" name="순서도: 지연 19713">
                <a:extLst>
                  <a:ext uri="{FF2B5EF4-FFF2-40B4-BE49-F238E27FC236}">
                    <a16:creationId xmlns:a16="http://schemas.microsoft.com/office/drawing/2014/main" id="{CFEE0F5B-14A1-C883-D080-E9289B53D2A8}"/>
                  </a:ext>
                </a:extLst>
              </p:cNvPr>
              <p:cNvSpPr/>
              <p:nvPr/>
            </p:nvSpPr>
            <p:spPr bwMode="gray">
              <a:xfrm rot="5400000">
                <a:off x="2596940" y="2737335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15" name="직선 연결선 19714">
                <a:extLst>
                  <a:ext uri="{FF2B5EF4-FFF2-40B4-BE49-F238E27FC236}">
                    <a16:creationId xmlns:a16="http://schemas.microsoft.com/office/drawing/2014/main" id="{D4C2AEF2-502B-233F-0BD3-93F082782B4B}"/>
                  </a:ext>
                </a:extLst>
              </p:cNvPr>
              <p:cNvCxnSpPr>
                <a:cxnSpLocks/>
                <a:stCxn id="19714" idx="3"/>
              </p:cNvCxnSpPr>
              <p:nvPr/>
            </p:nvCxnSpPr>
            <p:spPr>
              <a:xfrm>
                <a:off x="2668948" y="2881351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16" name="직선 화살표 연결선 19715">
                <a:extLst>
                  <a:ext uri="{FF2B5EF4-FFF2-40B4-BE49-F238E27FC236}">
                    <a16:creationId xmlns:a16="http://schemas.microsoft.com/office/drawing/2014/main" id="{1FF61984-62F7-F43F-D4C9-DC07ED4534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5081" y="2601787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17" name="직사각형 19716">
                <a:extLst>
                  <a:ext uri="{FF2B5EF4-FFF2-40B4-BE49-F238E27FC236}">
                    <a16:creationId xmlns:a16="http://schemas.microsoft.com/office/drawing/2014/main" id="{7D0C3651-0FB2-2CC7-D1AC-1266FDBF7712}"/>
                  </a:ext>
                </a:extLst>
              </p:cNvPr>
              <p:cNvSpPr/>
              <p:nvPr/>
            </p:nvSpPr>
            <p:spPr bwMode="gray">
              <a:xfrm>
                <a:off x="3100996" y="2951587"/>
                <a:ext cx="360040" cy="360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18" name="순서도: 지연 19717">
                <a:extLst>
                  <a:ext uri="{FF2B5EF4-FFF2-40B4-BE49-F238E27FC236}">
                    <a16:creationId xmlns:a16="http://schemas.microsoft.com/office/drawing/2014/main" id="{FA1B6256-73DF-BDEC-16E0-DB82B218DCF1}"/>
                  </a:ext>
                </a:extLst>
              </p:cNvPr>
              <p:cNvSpPr/>
              <p:nvPr/>
            </p:nvSpPr>
            <p:spPr bwMode="gray">
              <a:xfrm rot="5400000">
                <a:off x="3317020" y="2737335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19" name="직선 연결선 19718">
                <a:extLst>
                  <a:ext uri="{FF2B5EF4-FFF2-40B4-BE49-F238E27FC236}">
                    <a16:creationId xmlns:a16="http://schemas.microsoft.com/office/drawing/2014/main" id="{2904D67A-6340-6CB5-899E-AF4A0106C7CA}"/>
                  </a:ext>
                </a:extLst>
              </p:cNvPr>
              <p:cNvCxnSpPr>
                <a:cxnSpLocks/>
                <a:stCxn id="19718" idx="3"/>
              </p:cNvCxnSpPr>
              <p:nvPr/>
            </p:nvCxnSpPr>
            <p:spPr>
              <a:xfrm>
                <a:off x="3389028" y="2881351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20" name="직선 화살표 연결선 19719">
                <a:extLst>
                  <a:ext uri="{FF2B5EF4-FFF2-40B4-BE49-F238E27FC236}">
                    <a16:creationId xmlns:a16="http://schemas.microsoft.com/office/drawing/2014/main" id="{6017239D-08CD-362B-A096-9D3D60C529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5161" y="2601787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21" name="직사각형 19720">
                <a:extLst>
                  <a:ext uri="{FF2B5EF4-FFF2-40B4-BE49-F238E27FC236}">
                    <a16:creationId xmlns:a16="http://schemas.microsoft.com/office/drawing/2014/main" id="{33026804-EBB5-A216-596B-C034932FDD6F}"/>
                  </a:ext>
                </a:extLst>
              </p:cNvPr>
              <p:cNvSpPr/>
              <p:nvPr/>
            </p:nvSpPr>
            <p:spPr bwMode="gray">
              <a:xfrm>
                <a:off x="3816461" y="2951587"/>
                <a:ext cx="360040" cy="360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22" name="순서도: 지연 19721">
                <a:extLst>
                  <a:ext uri="{FF2B5EF4-FFF2-40B4-BE49-F238E27FC236}">
                    <a16:creationId xmlns:a16="http://schemas.microsoft.com/office/drawing/2014/main" id="{E1BAFE67-EE2C-841D-9FE6-CE0F92FBDE91}"/>
                  </a:ext>
                </a:extLst>
              </p:cNvPr>
              <p:cNvSpPr/>
              <p:nvPr/>
            </p:nvSpPr>
            <p:spPr bwMode="gray">
              <a:xfrm rot="5400000">
                <a:off x="4032485" y="2737335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23" name="직선 연결선 19722">
                <a:extLst>
                  <a:ext uri="{FF2B5EF4-FFF2-40B4-BE49-F238E27FC236}">
                    <a16:creationId xmlns:a16="http://schemas.microsoft.com/office/drawing/2014/main" id="{CA096697-DA51-FBF3-AF68-5439F8ED028D}"/>
                  </a:ext>
                </a:extLst>
              </p:cNvPr>
              <p:cNvCxnSpPr>
                <a:cxnSpLocks/>
                <a:stCxn id="19722" idx="3"/>
              </p:cNvCxnSpPr>
              <p:nvPr/>
            </p:nvCxnSpPr>
            <p:spPr>
              <a:xfrm>
                <a:off x="4104493" y="2881351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24" name="직선 화살표 연결선 19723">
                <a:extLst>
                  <a:ext uri="{FF2B5EF4-FFF2-40B4-BE49-F238E27FC236}">
                    <a16:creationId xmlns:a16="http://schemas.microsoft.com/office/drawing/2014/main" id="{F06D635A-BAE0-AEC2-164C-0765DD559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0626" y="2601787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29" name="직사각형 19728">
                <a:extLst>
                  <a:ext uri="{FF2B5EF4-FFF2-40B4-BE49-F238E27FC236}">
                    <a16:creationId xmlns:a16="http://schemas.microsoft.com/office/drawing/2014/main" id="{63E3A966-7259-FFB9-88D6-4759092F8E05}"/>
                  </a:ext>
                </a:extLst>
              </p:cNvPr>
              <p:cNvSpPr/>
              <p:nvPr/>
            </p:nvSpPr>
            <p:spPr bwMode="gray">
              <a:xfrm>
                <a:off x="4531924" y="2951587"/>
                <a:ext cx="360040" cy="3600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30" name="순서도: 지연 19729">
                <a:extLst>
                  <a:ext uri="{FF2B5EF4-FFF2-40B4-BE49-F238E27FC236}">
                    <a16:creationId xmlns:a16="http://schemas.microsoft.com/office/drawing/2014/main" id="{03AE6038-B406-F97C-0F53-406A41D1ADB8}"/>
                  </a:ext>
                </a:extLst>
              </p:cNvPr>
              <p:cNvSpPr/>
              <p:nvPr/>
            </p:nvSpPr>
            <p:spPr bwMode="gray">
              <a:xfrm rot="5400000">
                <a:off x="4747948" y="2737335"/>
                <a:ext cx="144016" cy="144016"/>
              </a:xfrm>
              <a:prstGeom prst="flowChartDelay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731" name="직선 연결선 19730">
                <a:extLst>
                  <a:ext uri="{FF2B5EF4-FFF2-40B4-BE49-F238E27FC236}">
                    <a16:creationId xmlns:a16="http://schemas.microsoft.com/office/drawing/2014/main" id="{F3279F2C-536F-0729-1ACB-26FA316AB821}"/>
                  </a:ext>
                </a:extLst>
              </p:cNvPr>
              <p:cNvCxnSpPr>
                <a:cxnSpLocks/>
                <a:stCxn id="19730" idx="3"/>
              </p:cNvCxnSpPr>
              <p:nvPr/>
            </p:nvCxnSpPr>
            <p:spPr>
              <a:xfrm>
                <a:off x="4819956" y="2881351"/>
                <a:ext cx="0" cy="720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36" name="직선 화살표 연결선 19735">
                <a:extLst>
                  <a:ext uri="{FF2B5EF4-FFF2-40B4-BE49-F238E27FC236}">
                    <a16:creationId xmlns:a16="http://schemas.microsoft.com/office/drawing/2014/main" id="{62958E17-A5BD-94F1-B894-533E951489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089" y="2601787"/>
                <a:ext cx="0" cy="13377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737" name="그룹 19736">
                <a:extLst>
                  <a:ext uri="{FF2B5EF4-FFF2-40B4-BE49-F238E27FC236}">
                    <a16:creationId xmlns:a16="http://schemas.microsoft.com/office/drawing/2014/main" id="{F8933043-0137-22DA-39F1-75023C511CAA}"/>
                  </a:ext>
                </a:extLst>
              </p:cNvPr>
              <p:cNvGrpSpPr/>
              <p:nvPr/>
            </p:nvGrpSpPr>
            <p:grpSpPr>
              <a:xfrm>
                <a:off x="2702816" y="2575363"/>
                <a:ext cx="2151008" cy="160200"/>
                <a:chOff x="2725428" y="1823128"/>
                <a:chExt cx="2151008" cy="229878"/>
              </a:xfrm>
            </p:grpSpPr>
            <p:cxnSp>
              <p:nvCxnSpPr>
                <p:cNvPr id="19921" name="직선 화살표 연결선 19920">
                  <a:extLst>
                    <a:ext uri="{FF2B5EF4-FFF2-40B4-BE49-F238E27FC236}">
                      <a16:creationId xmlns:a16="http://schemas.microsoft.com/office/drawing/2014/main" id="{2AFCBDCC-8A9E-B235-63FA-C88F251DB8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25428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22" name="직선 화살표 연결선 19921">
                  <a:extLst>
                    <a:ext uri="{FF2B5EF4-FFF2-40B4-BE49-F238E27FC236}">
                      <a16:creationId xmlns:a16="http://schemas.microsoft.com/office/drawing/2014/main" id="{5B51F3C8-2A44-9B5B-903F-1970804C7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45508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23" name="직선 화살표 연결선 19922">
                  <a:extLst>
                    <a:ext uri="{FF2B5EF4-FFF2-40B4-BE49-F238E27FC236}">
                      <a16:creationId xmlns:a16="http://schemas.microsoft.com/office/drawing/2014/main" id="{692A5505-F4A3-B2DD-49D1-621DDEE962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60973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24" name="직선 화살표 연결선 19923">
                  <a:extLst>
                    <a:ext uri="{FF2B5EF4-FFF2-40B4-BE49-F238E27FC236}">
                      <a16:creationId xmlns:a16="http://schemas.microsoft.com/office/drawing/2014/main" id="{5E9D9D91-FD6F-1836-99C5-941581140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76436" y="1823128"/>
                  <a:ext cx="0" cy="22987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742" name="직선 화살표 연결선 19741">
                <a:extLst>
                  <a:ext uri="{FF2B5EF4-FFF2-40B4-BE49-F238E27FC236}">
                    <a16:creationId xmlns:a16="http://schemas.microsoft.com/office/drawing/2014/main" id="{7E481C82-47A6-310F-7FF2-BF3A64810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3004" y="2523079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43" name="직선 화살표 연결선 19742">
                <a:extLst>
                  <a:ext uri="{FF2B5EF4-FFF2-40B4-BE49-F238E27FC236}">
                    <a16:creationId xmlns:a16="http://schemas.microsoft.com/office/drawing/2014/main" id="{8F9115FB-C6A1-30E1-8B4A-F97F2DEDD5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8469" y="2523079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49" name="직선 화살표 연결선 19748">
                <a:extLst>
                  <a:ext uri="{FF2B5EF4-FFF2-40B4-BE49-F238E27FC236}">
                    <a16:creationId xmlns:a16="http://schemas.microsoft.com/office/drawing/2014/main" id="{C7EDD780-DE0B-E7B1-7B59-9CA350642A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3932" y="2523079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57" name="직선 화살표 연결선 19756">
                <a:extLst>
                  <a:ext uri="{FF2B5EF4-FFF2-40B4-BE49-F238E27FC236}">
                    <a16:creationId xmlns:a16="http://schemas.microsoft.com/office/drawing/2014/main" id="{0E956095-604D-0E52-6531-9A88601EF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3932" y="3311627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62" name="TextBox 19761">
                <a:extLst>
                  <a:ext uri="{FF2B5EF4-FFF2-40B4-BE49-F238E27FC236}">
                    <a16:creationId xmlns:a16="http://schemas.microsoft.com/office/drawing/2014/main" id="{C20BE1C5-042D-A34A-53CA-5605BDE7DBFA}"/>
                  </a:ext>
                </a:extLst>
              </p:cNvPr>
              <p:cNvSpPr txBox="1"/>
              <p:nvPr/>
            </p:nvSpPr>
            <p:spPr>
              <a:xfrm>
                <a:off x="967408" y="4118459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67" name="TextBox 19766">
                <a:extLst>
                  <a:ext uri="{FF2B5EF4-FFF2-40B4-BE49-F238E27FC236}">
                    <a16:creationId xmlns:a16="http://schemas.microsoft.com/office/drawing/2014/main" id="{E0324ED0-669A-5135-2A91-9D28AA097368}"/>
                  </a:ext>
                </a:extLst>
              </p:cNvPr>
              <p:cNvSpPr txBox="1"/>
              <p:nvPr/>
            </p:nvSpPr>
            <p:spPr>
              <a:xfrm>
                <a:off x="1688032" y="4118459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81" name="TextBox 19780">
                <a:extLst>
                  <a:ext uri="{FF2B5EF4-FFF2-40B4-BE49-F238E27FC236}">
                    <a16:creationId xmlns:a16="http://schemas.microsoft.com/office/drawing/2014/main" id="{6E933B8C-EC37-FE74-D147-FE1EC98A3224}"/>
                  </a:ext>
                </a:extLst>
              </p:cNvPr>
              <p:cNvSpPr txBox="1"/>
              <p:nvPr/>
            </p:nvSpPr>
            <p:spPr>
              <a:xfrm>
                <a:off x="2394868" y="4118459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86" name="TextBox 19785">
                <a:extLst>
                  <a:ext uri="{FF2B5EF4-FFF2-40B4-BE49-F238E27FC236}">
                    <a16:creationId xmlns:a16="http://schemas.microsoft.com/office/drawing/2014/main" id="{5C38585E-34D1-4F94-BCF2-B8B7AFC68DB8}"/>
                  </a:ext>
                </a:extLst>
              </p:cNvPr>
              <p:cNvSpPr txBox="1"/>
              <p:nvPr/>
            </p:nvSpPr>
            <p:spPr>
              <a:xfrm>
                <a:off x="3115744" y="4118459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91" name="TextBox 19790">
                <a:extLst>
                  <a:ext uri="{FF2B5EF4-FFF2-40B4-BE49-F238E27FC236}">
                    <a16:creationId xmlns:a16="http://schemas.microsoft.com/office/drawing/2014/main" id="{D0A8A69E-5D2C-0682-A453-628E75BFCCA0}"/>
                  </a:ext>
                </a:extLst>
              </p:cNvPr>
              <p:cNvSpPr txBox="1"/>
              <p:nvPr/>
            </p:nvSpPr>
            <p:spPr>
              <a:xfrm>
                <a:off x="1688032" y="332781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24" name="TextBox 19823">
                <a:extLst>
                  <a:ext uri="{FF2B5EF4-FFF2-40B4-BE49-F238E27FC236}">
                    <a16:creationId xmlns:a16="http://schemas.microsoft.com/office/drawing/2014/main" id="{F224849F-DD7B-9C3D-35A3-B1839233ECEF}"/>
                  </a:ext>
                </a:extLst>
              </p:cNvPr>
              <p:cNvSpPr txBox="1"/>
              <p:nvPr/>
            </p:nvSpPr>
            <p:spPr>
              <a:xfrm>
                <a:off x="2401554" y="332781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25" name="TextBox 19824">
                <a:extLst>
                  <a:ext uri="{FF2B5EF4-FFF2-40B4-BE49-F238E27FC236}">
                    <a16:creationId xmlns:a16="http://schemas.microsoft.com/office/drawing/2014/main" id="{B630A6D3-0AC5-BDD1-9540-7F124DBC9D9C}"/>
                  </a:ext>
                </a:extLst>
              </p:cNvPr>
              <p:cNvSpPr txBox="1"/>
              <p:nvPr/>
            </p:nvSpPr>
            <p:spPr>
              <a:xfrm>
                <a:off x="3110264" y="332781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26" name="TextBox 19825">
                <a:extLst>
                  <a:ext uri="{FF2B5EF4-FFF2-40B4-BE49-F238E27FC236}">
                    <a16:creationId xmlns:a16="http://schemas.microsoft.com/office/drawing/2014/main" id="{0AC8677F-D0CC-7317-9CBD-6680EE87A77F}"/>
                  </a:ext>
                </a:extLst>
              </p:cNvPr>
              <p:cNvSpPr txBox="1"/>
              <p:nvPr/>
            </p:nvSpPr>
            <p:spPr>
              <a:xfrm>
                <a:off x="3834023" y="332781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27" name="TextBox 19826">
                <a:extLst>
                  <a:ext uri="{FF2B5EF4-FFF2-40B4-BE49-F238E27FC236}">
                    <a16:creationId xmlns:a16="http://schemas.microsoft.com/office/drawing/2014/main" id="{A52B6183-3E64-6388-81D9-A2D3B8319A1B}"/>
                  </a:ext>
                </a:extLst>
              </p:cNvPr>
              <p:cNvSpPr txBox="1"/>
              <p:nvPr/>
            </p:nvSpPr>
            <p:spPr>
              <a:xfrm>
                <a:off x="2401554" y="2537284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30" name="TextBox 19829">
                <a:extLst>
                  <a:ext uri="{FF2B5EF4-FFF2-40B4-BE49-F238E27FC236}">
                    <a16:creationId xmlns:a16="http://schemas.microsoft.com/office/drawing/2014/main" id="{1CD257A2-FDE0-35C2-ADF5-5D834BF38F64}"/>
                  </a:ext>
                </a:extLst>
              </p:cNvPr>
              <p:cNvSpPr txBox="1"/>
              <p:nvPr/>
            </p:nvSpPr>
            <p:spPr>
              <a:xfrm>
                <a:off x="3115499" y="2537284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83" name="TextBox 19882">
                <a:extLst>
                  <a:ext uri="{FF2B5EF4-FFF2-40B4-BE49-F238E27FC236}">
                    <a16:creationId xmlns:a16="http://schemas.microsoft.com/office/drawing/2014/main" id="{E9833E44-9DDD-02D2-97C6-872A24C8CBE8}"/>
                  </a:ext>
                </a:extLst>
              </p:cNvPr>
              <p:cNvSpPr txBox="1"/>
              <p:nvPr/>
            </p:nvSpPr>
            <p:spPr>
              <a:xfrm>
                <a:off x="3820956" y="2537284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85" name="TextBox 19884">
                <a:extLst>
                  <a:ext uri="{FF2B5EF4-FFF2-40B4-BE49-F238E27FC236}">
                    <a16:creationId xmlns:a16="http://schemas.microsoft.com/office/drawing/2014/main" id="{049E6614-27A4-E74B-1359-F007C870115C}"/>
                  </a:ext>
                </a:extLst>
              </p:cNvPr>
              <p:cNvSpPr txBox="1"/>
              <p:nvPr/>
            </p:nvSpPr>
            <p:spPr>
              <a:xfrm>
                <a:off x="4543294" y="2537284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886" name="그룹 19885">
                <a:extLst>
                  <a:ext uri="{FF2B5EF4-FFF2-40B4-BE49-F238E27FC236}">
                    <a16:creationId xmlns:a16="http://schemas.microsoft.com/office/drawing/2014/main" id="{7A069674-DC5C-F065-A96A-8BED23FD8A45}"/>
                  </a:ext>
                </a:extLst>
              </p:cNvPr>
              <p:cNvGrpSpPr/>
              <p:nvPr/>
            </p:nvGrpSpPr>
            <p:grpSpPr>
              <a:xfrm>
                <a:off x="2683851" y="2551618"/>
                <a:ext cx="2369593" cy="45719"/>
                <a:chOff x="2706463" y="1869061"/>
                <a:chExt cx="2369593" cy="45719"/>
              </a:xfrm>
            </p:grpSpPr>
            <p:cxnSp>
              <p:nvCxnSpPr>
                <p:cNvPr id="19915" name="직선 화살표 연결선 19914">
                  <a:extLst>
                    <a:ext uri="{FF2B5EF4-FFF2-40B4-BE49-F238E27FC236}">
                      <a16:creationId xmlns:a16="http://schemas.microsoft.com/office/drawing/2014/main" id="{B9B71CC7-B32C-4DB2-239E-A99F5A4FA9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5428" y="1892806"/>
                  <a:ext cx="235062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916" name="타원 19915">
                  <a:extLst>
                    <a:ext uri="{FF2B5EF4-FFF2-40B4-BE49-F238E27FC236}">
                      <a16:creationId xmlns:a16="http://schemas.microsoft.com/office/drawing/2014/main" id="{0B82C693-317C-F95B-8154-F7346238D777}"/>
                    </a:ext>
                  </a:extLst>
                </p:cNvPr>
                <p:cNvSpPr/>
                <p:nvPr/>
              </p:nvSpPr>
              <p:spPr bwMode="gray">
                <a:xfrm flipV="1">
                  <a:off x="27064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917" name="타원 19916">
                  <a:extLst>
                    <a:ext uri="{FF2B5EF4-FFF2-40B4-BE49-F238E27FC236}">
                      <a16:creationId xmlns:a16="http://schemas.microsoft.com/office/drawing/2014/main" id="{9DFA7E88-03B5-659F-844C-A61F2CEEE637}"/>
                    </a:ext>
                  </a:extLst>
                </p:cNvPr>
                <p:cNvSpPr/>
                <p:nvPr/>
              </p:nvSpPr>
              <p:spPr bwMode="gray">
                <a:xfrm flipV="1">
                  <a:off x="342152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918" name="타원 19917">
                  <a:extLst>
                    <a:ext uri="{FF2B5EF4-FFF2-40B4-BE49-F238E27FC236}">
                      <a16:creationId xmlns:a16="http://schemas.microsoft.com/office/drawing/2014/main" id="{264BCC26-0B2C-C704-9F58-25F129AE15AC}"/>
                    </a:ext>
                  </a:extLst>
                </p:cNvPr>
                <p:cNvSpPr/>
                <p:nvPr/>
              </p:nvSpPr>
              <p:spPr bwMode="gray">
                <a:xfrm flipV="1">
                  <a:off x="413959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920" name="타원 19919">
                  <a:extLst>
                    <a:ext uri="{FF2B5EF4-FFF2-40B4-BE49-F238E27FC236}">
                      <a16:creationId xmlns:a16="http://schemas.microsoft.com/office/drawing/2014/main" id="{30643B15-A7CB-63D0-7E06-3B91941F7860}"/>
                    </a:ext>
                  </a:extLst>
                </p:cNvPr>
                <p:cNvSpPr/>
                <p:nvPr/>
              </p:nvSpPr>
              <p:spPr bwMode="gray">
                <a:xfrm flipV="1">
                  <a:off x="48568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888" name="그룹 19887">
                <a:extLst>
                  <a:ext uri="{FF2B5EF4-FFF2-40B4-BE49-F238E27FC236}">
                    <a16:creationId xmlns:a16="http://schemas.microsoft.com/office/drawing/2014/main" id="{CD82EA77-0EA7-9C82-CD23-7D37A82037EB}"/>
                  </a:ext>
                </a:extLst>
              </p:cNvPr>
              <p:cNvGrpSpPr/>
              <p:nvPr/>
            </p:nvGrpSpPr>
            <p:grpSpPr>
              <a:xfrm>
                <a:off x="1980495" y="3334654"/>
                <a:ext cx="2369593" cy="45719"/>
                <a:chOff x="2706463" y="1869061"/>
                <a:chExt cx="2369593" cy="45719"/>
              </a:xfrm>
            </p:grpSpPr>
            <p:cxnSp>
              <p:nvCxnSpPr>
                <p:cNvPr id="19519" name="직선 화살표 연결선 19518">
                  <a:extLst>
                    <a:ext uri="{FF2B5EF4-FFF2-40B4-BE49-F238E27FC236}">
                      <a16:creationId xmlns:a16="http://schemas.microsoft.com/office/drawing/2014/main" id="{E184FF9C-18EC-4EA8-4228-97907D5859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5428" y="1892806"/>
                  <a:ext cx="235062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908" name="타원 19907">
                  <a:extLst>
                    <a:ext uri="{FF2B5EF4-FFF2-40B4-BE49-F238E27FC236}">
                      <a16:creationId xmlns:a16="http://schemas.microsoft.com/office/drawing/2014/main" id="{8B3C21D0-8272-E404-C557-6646640752B5}"/>
                    </a:ext>
                  </a:extLst>
                </p:cNvPr>
                <p:cNvSpPr/>
                <p:nvPr/>
              </p:nvSpPr>
              <p:spPr bwMode="gray">
                <a:xfrm flipV="1">
                  <a:off x="27064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909" name="타원 19908">
                  <a:extLst>
                    <a:ext uri="{FF2B5EF4-FFF2-40B4-BE49-F238E27FC236}">
                      <a16:creationId xmlns:a16="http://schemas.microsoft.com/office/drawing/2014/main" id="{8299CDA1-6412-CB65-AFF2-0EA02B633E93}"/>
                    </a:ext>
                  </a:extLst>
                </p:cNvPr>
                <p:cNvSpPr/>
                <p:nvPr/>
              </p:nvSpPr>
              <p:spPr bwMode="gray">
                <a:xfrm flipV="1">
                  <a:off x="342152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911" name="타원 19910">
                  <a:extLst>
                    <a:ext uri="{FF2B5EF4-FFF2-40B4-BE49-F238E27FC236}">
                      <a16:creationId xmlns:a16="http://schemas.microsoft.com/office/drawing/2014/main" id="{0D5D22CC-D19E-A2D2-8528-EDAA473AA18F}"/>
                    </a:ext>
                  </a:extLst>
                </p:cNvPr>
                <p:cNvSpPr/>
                <p:nvPr/>
              </p:nvSpPr>
              <p:spPr bwMode="gray">
                <a:xfrm flipV="1">
                  <a:off x="413959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914" name="타원 19913">
                  <a:extLst>
                    <a:ext uri="{FF2B5EF4-FFF2-40B4-BE49-F238E27FC236}">
                      <a16:creationId xmlns:a16="http://schemas.microsoft.com/office/drawing/2014/main" id="{F3E5B8E0-E028-3995-63A9-8BC4F4ACDA30}"/>
                    </a:ext>
                  </a:extLst>
                </p:cNvPr>
                <p:cNvSpPr/>
                <p:nvPr/>
              </p:nvSpPr>
              <p:spPr bwMode="gray">
                <a:xfrm flipV="1">
                  <a:off x="48568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889" name="그룹 19888">
                <a:extLst>
                  <a:ext uri="{FF2B5EF4-FFF2-40B4-BE49-F238E27FC236}">
                    <a16:creationId xmlns:a16="http://schemas.microsoft.com/office/drawing/2014/main" id="{02362563-5055-A156-2981-5C73524B748D}"/>
                  </a:ext>
                </a:extLst>
              </p:cNvPr>
              <p:cNvGrpSpPr/>
              <p:nvPr/>
            </p:nvGrpSpPr>
            <p:grpSpPr>
              <a:xfrm>
                <a:off x="1264380" y="4121174"/>
                <a:ext cx="2369593" cy="45719"/>
                <a:chOff x="2706463" y="1869061"/>
                <a:chExt cx="2369593" cy="45719"/>
              </a:xfrm>
            </p:grpSpPr>
            <p:cxnSp>
              <p:nvCxnSpPr>
                <p:cNvPr id="19514" name="직선 화살표 연결선 19513">
                  <a:extLst>
                    <a:ext uri="{FF2B5EF4-FFF2-40B4-BE49-F238E27FC236}">
                      <a16:creationId xmlns:a16="http://schemas.microsoft.com/office/drawing/2014/main" id="{19A444E6-9587-CF5B-BDC7-E0BB2457F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5428" y="1892806"/>
                  <a:ext cx="235062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15" name="타원 19514">
                  <a:extLst>
                    <a:ext uri="{FF2B5EF4-FFF2-40B4-BE49-F238E27FC236}">
                      <a16:creationId xmlns:a16="http://schemas.microsoft.com/office/drawing/2014/main" id="{9DE8C3BC-4459-A7C0-1A17-E935D7934468}"/>
                    </a:ext>
                  </a:extLst>
                </p:cNvPr>
                <p:cNvSpPr/>
                <p:nvPr/>
              </p:nvSpPr>
              <p:spPr bwMode="gray">
                <a:xfrm flipV="1">
                  <a:off x="27064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516" name="타원 19515">
                  <a:extLst>
                    <a:ext uri="{FF2B5EF4-FFF2-40B4-BE49-F238E27FC236}">
                      <a16:creationId xmlns:a16="http://schemas.microsoft.com/office/drawing/2014/main" id="{6CF5CF66-4885-2D5E-FEEB-8AF4147E51B8}"/>
                    </a:ext>
                  </a:extLst>
                </p:cNvPr>
                <p:cNvSpPr/>
                <p:nvPr/>
              </p:nvSpPr>
              <p:spPr bwMode="gray">
                <a:xfrm flipV="1">
                  <a:off x="342152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517" name="타원 19516">
                  <a:extLst>
                    <a:ext uri="{FF2B5EF4-FFF2-40B4-BE49-F238E27FC236}">
                      <a16:creationId xmlns:a16="http://schemas.microsoft.com/office/drawing/2014/main" id="{E146083E-1CC2-F5F0-82C5-AF7387D6C2E6}"/>
                    </a:ext>
                  </a:extLst>
                </p:cNvPr>
                <p:cNvSpPr/>
                <p:nvPr/>
              </p:nvSpPr>
              <p:spPr bwMode="gray">
                <a:xfrm flipV="1">
                  <a:off x="4139597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518" name="타원 19517">
                  <a:extLst>
                    <a:ext uri="{FF2B5EF4-FFF2-40B4-BE49-F238E27FC236}">
                      <a16:creationId xmlns:a16="http://schemas.microsoft.com/office/drawing/2014/main" id="{6D279A73-45B0-C26C-A66B-D874EB35EACC}"/>
                    </a:ext>
                  </a:extLst>
                </p:cNvPr>
                <p:cNvSpPr/>
                <p:nvPr/>
              </p:nvSpPr>
              <p:spPr bwMode="gray">
                <a:xfrm flipV="1">
                  <a:off x="4856863" y="1869061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 w="15240">
                  <a:noFill/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9891" name="TextBox 19890">
                <a:extLst>
                  <a:ext uri="{FF2B5EF4-FFF2-40B4-BE49-F238E27FC236}">
                    <a16:creationId xmlns:a16="http://schemas.microsoft.com/office/drawing/2014/main" id="{F0BF3F98-FF63-4F3A-C545-6BA9854A2181}"/>
                  </a:ext>
                </a:extLst>
              </p:cNvPr>
              <p:cNvSpPr txBox="1"/>
              <p:nvPr/>
            </p:nvSpPr>
            <p:spPr>
              <a:xfrm>
                <a:off x="4972256" y="2451366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92" name="TextBox 19891">
                <a:extLst>
                  <a:ext uri="{FF2B5EF4-FFF2-40B4-BE49-F238E27FC236}">
                    <a16:creationId xmlns:a16="http://schemas.microsoft.com/office/drawing/2014/main" id="{59DDA267-5990-058D-DDF6-F1FA3F71361D}"/>
                  </a:ext>
                </a:extLst>
              </p:cNvPr>
              <p:cNvSpPr txBox="1"/>
              <p:nvPr/>
            </p:nvSpPr>
            <p:spPr>
              <a:xfrm>
                <a:off x="4271400" y="3233488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94" name="TextBox 19893">
                <a:extLst>
                  <a:ext uri="{FF2B5EF4-FFF2-40B4-BE49-F238E27FC236}">
                    <a16:creationId xmlns:a16="http://schemas.microsoft.com/office/drawing/2014/main" id="{6BA07A4F-E96B-DC83-00B0-BD427E8875F6}"/>
                  </a:ext>
                </a:extLst>
              </p:cNvPr>
              <p:cNvSpPr txBox="1"/>
              <p:nvPr/>
            </p:nvSpPr>
            <p:spPr>
              <a:xfrm>
                <a:off x="3552785" y="4033052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altLang="ko-KR" sz="1000" b="1" baseline="-2500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895" name="그룹 19894">
                <a:extLst>
                  <a:ext uri="{FF2B5EF4-FFF2-40B4-BE49-F238E27FC236}">
                    <a16:creationId xmlns:a16="http://schemas.microsoft.com/office/drawing/2014/main" id="{81FEE958-966B-6865-FF45-D1E57AD7BBEE}"/>
                  </a:ext>
                </a:extLst>
              </p:cNvPr>
              <p:cNvGrpSpPr/>
              <p:nvPr/>
            </p:nvGrpSpPr>
            <p:grpSpPr>
              <a:xfrm>
                <a:off x="2905906" y="2086946"/>
                <a:ext cx="2890230" cy="429985"/>
                <a:chOff x="2424166" y="1089600"/>
                <a:chExt cx="2890230" cy="429985"/>
              </a:xfrm>
            </p:grpSpPr>
            <p:sp>
              <p:nvSpPr>
                <p:cNvPr id="19490" name="순서도: 지연 19489">
                  <a:extLst>
                    <a:ext uri="{FF2B5EF4-FFF2-40B4-BE49-F238E27FC236}">
                      <a16:creationId xmlns:a16="http://schemas.microsoft.com/office/drawing/2014/main" id="{78E9DE64-C12E-9638-9B1C-C5367C7715E0}"/>
                    </a:ext>
                  </a:extLst>
                </p:cNvPr>
                <p:cNvSpPr/>
                <p:nvPr/>
              </p:nvSpPr>
              <p:spPr bwMode="gray">
                <a:xfrm rot="5400000">
                  <a:off x="2619552" y="1375569"/>
                  <a:ext cx="144016" cy="144016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491" name="직선 화살표 연결선 19490">
                  <a:extLst>
                    <a:ext uri="{FF2B5EF4-FFF2-40B4-BE49-F238E27FC236}">
                      <a16:creationId xmlns:a16="http://schemas.microsoft.com/office/drawing/2014/main" id="{FECA5A0B-D8FF-2D54-F9E4-588719CE32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7693" y="124002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492" name="순서도: 지연 19491">
                  <a:extLst>
                    <a:ext uri="{FF2B5EF4-FFF2-40B4-BE49-F238E27FC236}">
                      <a16:creationId xmlns:a16="http://schemas.microsoft.com/office/drawing/2014/main" id="{04591D12-7F1E-9C3D-BA89-98D243E453A0}"/>
                    </a:ext>
                  </a:extLst>
                </p:cNvPr>
                <p:cNvSpPr/>
                <p:nvPr/>
              </p:nvSpPr>
              <p:spPr bwMode="gray">
                <a:xfrm rot="5400000">
                  <a:off x="3339632" y="1375569"/>
                  <a:ext cx="144016" cy="144016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493" name="직선 화살표 연결선 19492">
                  <a:extLst>
                    <a:ext uri="{FF2B5EF4-FFF2-40B4-BE49-F238E27FC236}">
                      <a16:creationId xmlns:a16="http://schemas.microsoft.com/office/drawing/2014/main" id="{88A55199-8FF2-3668-7CF9-F07C09E909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7773" y="124002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494" name="순서도: 지연 19493">
                  <a:extLst>
                    <a:ext uri="{FF2B5EF4-FFF2-40B4-BE49-F238E27FC236}">
                      <a16:creationId xmlns:a16="http://schemas.microsoft.com/office/drawing/2014/main" id="{1062B692-6E3C-3D87-92E0-BCFCF2F1B3EC}"/>
                    </a:ext>
                  </a:extLst>
                </p:cNvPr>
                <p:cNvSpPr/>
                <p:nvPr/>
              </p:nvSpPr>
              <p:spPr bwMode="gray">
                <a:xfrm rot="5400000">
                  <a:off x="4055097" y="1375569"/>
                  <a:ext cx="144016" cy="144016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495" name="직선 화살표 연결선 19494">
                  <a:extLst>
                    <a:ext uri="{FF2B5EF4-FFF2-40B4-BE49-F238E27FC236}">
                      <a16:creationId xmlns:a16="http://schemas.microsoft.com/office/drawing/2014/main" id="{4CA9BEFD-337B-D5D8-8703-859C3104A9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3238" y="124002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496" name="순서도: 지연 19495">
                  <a:extLst>
                    <a:ext uri="{FF2B5EF4-FFF2-40B4-BE49-F238E27FC236}">
                      <a16:creationId xmlns:a16="http://schemas.microsoft.com/office/drawing/2014/main" id="{980B242F-80EF-F583-370D-D511A789827A}"/>
                    </a:ext>
                  </a:extLst>
                </p:cNvPr>
                <p:cNvSpPr/>
                <p:nvPr/>
              </p:nvSpPr>
              <p:spPr bwMode="gray">
                <a:xfrm rot="5400000">
                  <a:off x="4770560" y="1375569"/>
                  <a:ext cx="144016" cy="144016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497" name="직선 화살표 연결선 19496">
                  <a:extLst>
                    <a:ext uri="{FF2B5EF4-FFF2-40B4-BE49-F238E27FC236}">
                      <a16:creationId xmlns:a16="http://schemas.microsoft.com/office/drawing/2014/main" id="{53DBE886-87B2-7CCB-E83C-680731DDB2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08701" y="1240021"/>
                  <a:ext cx="0" cy="1337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498" name="그룹 19497">
                  <a:extLst>
                    <a:ext uri="{FF2B5EF4-FFF2-40B4-BE49-F238E27FC236}">
                      <a16:creationId xmlns:a16="http://schemas.microsoft.com/office/drawing/2014/main" id="{FA38112C-B29F-A5A6-FC9A-63B835A2285E}"/>
                    </a:ext>
                  </a:extLst>
                </p:cNvPr>
                <p:cNvGrpSpPr/>
                <p:nvPr/>
              </p:nvGrpSpPr>
              <p:grpSpPr>
                <a:xfrm>
                  <a:off x="2725428" y="1213597"/>
                  <a:ext cx="2151008" cy="160200"/>
                  <a:chOff x="2725428" y="1823128"/>
                  <a:chExt cx="2151008" cy="229878"/>
                </a:xfrm>
              </p:grpSpPr>
              <p:cxnSp>
                <p:nvCxnSpPr>
                  <p:cNvPr id="19510" name="직선 화살표 연결선 19509">
                    <a:extLst>
                      <a:ext uri="{FF2B5EF4-FFF2-40B4-BE49-F238E27FC236}">
                        <a16:creationId xmlns:a16="http://schemas.microsoft.com/office/drawing/2014/main" id="{178E9AEB-4B7C-9C7E-ABFD-7D8189246C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25428" y="1823128"/>
                    <a:ext cx="0" cy="22987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11" name="직선 화살표 연결선 19510">
                    <a:extLst>
                      <a:ext uri="{FF2B5EF4-FFF2-40B4-BE49-F238E27FC236}">
                        <a16:creationId xmlns:a16="http://schemas.microsoft.com/office/drawing/2014/main" id="{16A56E46-7E87-0A69-7B8D-7E8991433B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45508" y="1823128"/>
                    <a:ext cx="0" cy="22987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12" name="직선 화살표 연결선 19511">
                    <a:extLst>
                      <a:ext uri="{FF2B5EF4-FFF2-40B4-BE49-F238E27FC236}">
                        <a16:creationId xmlns:a16="http://schemas.microsoft.com/office/drawing/2014/main" id="{0CCBE3DB-2521-B3A1-221C-C615BEA099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0973" y="1823128"/>
                    <a:ext cx="0" cy="22987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13" name="직선 화살표 연결선 19512">
                    <a:extLst>
                      <a:ext uri="{FF2B5EF4-FFF2-40B4-BE49-F238E27FC236}">
                        <a16:creationId xmlns:a16="http://schemas.microsoft.com/office/drawing/2014/main" id="{8E8CAB1E-3D6E-79EF-86B3-20AD06CF96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76436" y="1823128"/>
                    <a:ext cx="0" cy="22987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499" name="TextBox 19498">
                  <a:extLst>
                    <a:ext uri="{FF2B5EF4-FFF2-40B4-BE49-F238E27FC236}">
                      <a16:creationId xmlns:a16="http://schemas.microsoft.com/office/drawing/2014/main" id="{E17A47FE-83EB-E72A-CA7D-36C5A4A6E0E1}"/>
                    </a:ext>
                  </a:extLst>
                </p:cNvPr>
                <p:cNvSpPr txBox="1"/>
                <p:nvPr/>
              </p:nvSpPr>
              <p:spPr>
                <a:xfrm>
                  <a:off x="2424166" y="1175518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00" name="TextBox 19499">
                  <a:extLst>
                    <a:ext uri="{FF2B5EF4-FFF2-40B4-BE49-F238E27FC236}">
                      <a16:creationId xmlns:a16="http://schemas.microsoft.com/office/drawing/2014/main" id="{803553B5-E98B-87B9-2C7B-7359642BC270}"/>
                    </a:ext>
                  </a:extLst>
                </p:cNvPr>
                <p:cNvSpPr txBox="1"/>
                <p:nvPr/>
              </p:nvSpPr>
              <p:spPr>
                <a:xfrm>
                  <a:off x="3138111" y="1175518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01" name="TextBox 19500">
                  <a:extLst>
                    <a:ext uri="{FF2B5EF4-FFF2-40B4-BE49-F238E27FC236}">
                      <a16:creationId xmlns:a16="http://schemas.microsoft.com/office/drawing/2014/main" id="{F03684EE-7370-2A67-CA94-B5C59C2D6BF9}"/>
                    </a:ext>
                  </a:extLst>
                </p:cNvPr>
                <p:cNvSpPr txBox="1"/>
                <p:nvPr/>
              </p:nvSpPr>
              <p:spPr>
                <a:xfrm>
                  <a:off x="3843568" y="1175518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02" name="TextBox 19501">
                  <a:extLst>
                    <a:ext uri="{FF2B5EF4-FFF2-40B4-BE49-F238E27FC236}">
                      <a16:creationId xmlns:a16="http://schemas.microsoft.com/office/drawing/2014/main" id="{4B2A08B8-4E8F-E6AC-DB5E-245B55BDF072}"/>
                    </a:ext>
                  </a:extLst>
                </p:cNvPr>
                <p:cNvSpPr txBox="1"/>
                <p:nvPr/>
              </p:nvSpPr>
              <p:spPr>
                <a:xfrm>
                  <a:off x="4565906" y="1175518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503" name="그룹 19502">
                  <a:extLst>
                    <a:ext uri="{FF2B5EF4-FFF2-40B4-BE49-F238E27FC236}">
                      <a16:creationId xmlns:a16="http://schemas.microsoft.com/office/drawing/2014/main" id="{69DF2BA1-0845-9009-1FDA-00F47EEB4D1D}"/>
                    </a:ext>
                  </a:extLst>
                </p:cNvPr>
                <p:cNvGrpSpPr/>
                <p:nvPr/>
              </p:nvGrpSpPr>
              <p:grpSpPr>
                <a:xfrm>
                  <a:off x="2706463" y="1189852"/>
                  <a:ext cx="2369593" cy="45719"/>
                  <a:chOff x="2706463" y="1869061"/>
                  <a:chExt cx="2369593" cy="45719"/>
                </a:xfrm>
              </p:grpSpPr>
              <p:cxnSp>
                <p:nvCxnSpPr>
                  <p:cNvPr id="19505" name="직선 화살표 연결선 19504">
                    <a:extLst>
                      <a:ext uri="{FF2B5EF4-FFF2-40B4-BE49-F238E27FC236}">
                        <a16:creationId xmlns:a16="http://schemas.microsoft.com/office/drawing/2014/main" id="{92E19F69-174D-B729-8593-25409F4B65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25428" y="1892806"/>
                    <a:ext cx="2350628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506" name="타원 19505">
                    <a:extLst>
                      <a:ext uri="{FF2B5EF4-FFF2-40B4-BE49-F238E27FC236}">
                        <a16:creationId xmlns:a16="http://schemas.microsoft.com/office/drawing/2014/main" id="{0B2420C6-52B4-C3A0-2A17-F591357E88A2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2706463" y="1869061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5240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507" name="타원 19506">
                    <a:extLst>
                      <a:ext uri="{FF2B5EF4-FFF2-40B4-BE49-F238E27FC236}">
                        <a16:creationId xmlns:a16="http://schemas.microsoft.com/office/drawing/2014/main" id="{B8EFB54A-A8A9-4B11-C3B4-E4BB53BC3906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3421527" y="1869061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5240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508" name="타원 19507">
                    <a:extLst>
                      <a:ext uri="{FF2B5EF4-FFF2-40B4-BE49-F238E27FC236}">
                        <a16:creationId xmlns:a16="http://schemas.microsoft.com/office/drawing/2014/main" id="{507F8D51-1E37-1F4E-5C68-7448018E51C2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4139597" y="1869061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5240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9509" name="타원 19508">
                    <a:extLst>
                      <a:ext uri="{FF2B5EF4-FFF2-40B4-BE49-F238E27FC236}">
                        <a16:creationId xmlns:a16="http://schemas.microsoft.com/office/drawing/2014/main" id="{475051BC-D498-ECEA-40F4-4F7BC76D9507}"/>
                      </a:ext>
                    </a:extLst>
                  </p:cNvPr>
                  <p:cNvSpPr/>
                  <p:nvPr/>
                </p:nvSpPr>
                <p:spPr bwMode="gray">
                  <a:xfrm flipV="1">
                    <a:off x="4856863" y="1869061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 w="15240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9504" name="TextBox 19503">
                  <a:extLst>
                    <a:ext uri="{FF2B5EF4-FFF2-40B4-BE49-F238E27FC236}">
                      <a16:creationId xmlns:a16="http://schemas.microsoft.com/office/drawing/2014/main" id="{90869FB3-E660-8FAE-A2F4-E1ABEC7776A0}"/>
                    </a:ext>
                  </a:extLst>
                </p:cNvPr>
                <p:cNvSpPr txBox="1"/>
                <p:nvPr/>
              </p:nvSpPr>
              <p:spPr>
                <a:xfrm>
                  <a:off x="4994868" y="1089600"/>
                  <a:ext cx="31952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Y</a:t>
                  </a:r>
                  <a:r>
                    <a:rPr lang="en-US" altLang="ko-KR" sz="1000" b="1" baseline="-2500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  <a:endParaRPr lang="ko-KR" altLang="en-US" sz="1000" b="1" baseline="-250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9896" name="직선 화살표 연결선 19895">
                <a:extLst>
                  <a:ext uri="{FF2B5EF4-FFF2-40B4-BE49-F238E27FC236}">
                    <a16:creationId xmlns:a16="http://schemas.microsoft.com/office/drawing/2014/main" id="{CA548F6A-24EE-377E-FCA4-884406466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4528" y="2516931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97" name="연결선: 꺾임 19896">
                <a:extLst>
                  <a:ext uri="{FF2B5EF4-FFF2-40B4-BE49-F238E27FC236}">
                    <a16:creationId xmlns:a16="http://schemas.microsoft.com/office/drawing/2014/main" id="{B5E01BFE-9B2C-0264-3683-1B3BB4466D11}"/>
                  </a:ext>
                </a:extLst>
              </p:cNvPr>
              <p:cNvCxnSpPr>
                <a:cxnSpLocks/>
                <a:stCxn id="19713" idx="1"/>
                <a:endCxn id="44" idx="3"/>
              </p:cNvCxnSpPr>
              <p:nvPr/>
            </p:nvCxnSpPr>
            <p:spPr>
              <a:xfrm rot="10800000" flipV="1">
                <a:off x="2036066" y="3131606"/>
                <a:ext cx="344850" cy="790501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99" name="연결선: 꺾임 19898">
                <a:extLst>
                  <a:ext uri="{FF2B5EF4-FFF2-40B4-BE49-F238E27FC236}">
                    <a16:creationId xmlns:a16="http://schemas.microsoft.com/office/drawing/2014/main" id="{F7E18276-BDBF-C1E6-C2BE-39995543FD8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028879" y="3922108"/>
                <a:ext cx="640930" cy="606021"/>
              </a:xfrm>
              <a:prstGeom prst="bentConnector3">
                <a:avLst>
                  <a:gd name="adj1" fmla="val 100198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00" name="TextBox 19899">
                <a:extLst>
                  <a:ext uri="{FF2B5EF4-FFF2-40B4-BE49-F238E27FC236}">
                    <a16:creationId xmlns:a16="http://schemas.microsoft.com/office/drawing/2014/main" id="{8EF11E18-9548-5736-C44D-50348529BF49}"/>
                  </a:ext>
                </a:extLst>
              </p:cNvPr>
              <p:cNvSpPr txBox="1"/>
              <p:nvPr/>
            </p:nvSpPr>
            <p:spPr>
              <a:xfrm>
                <a:off x="5186329" y="2955655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01" name="TextBox 19900">
                <a:extLst>
                  <a:ext uri="{FF2B5EF4-FFF2-40B4-BE49-F238E27FC236}">
                    <a16:creationId xmlns:a16="http://schemas.microsoft.com/office/drawing/2014/main" id="{2671FE46-94F9-A1F7-2D2F-DB39F9122762}"/>
                  </a:ext>
                </a:extLst>
              </p:cNvPr>
              <p:cNvSpPr txBox="1"/>
              <p:nvPr/>
            </p:nvSpPr>
            <p:spPr>
              <a:xfrm>
                <a:off x="4441417" y="373850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902" name="TextBox 19901">
                <a:extLst>
                  <a:ext uri="{FF2B5EF4-FFF2-40B4-BE49-F238E27FC236}">
                    <a16:creationId xmlns:a16="http://schemas.microsoft.com/office/drawing/2014/main" id="{5660688B-7063-894F-A9B9-A9ECD1B0ED72}"/>
                  </a:ext>
                </a:extLst>
              </p:cNvPr>
              <p:cNvSpPr txBox="1"/>
              <p:nvPr/>
            </p:nvSpPr>
            <p:spPr>
              <a:xfrm>
                <a:off x="3774809" y="4531521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456" name="연결선: 꺾임 19455">
                <a:extLst>
                  <a:ext uri="{FF2B5EF4-FFF2-40B4-BE49-F238E27FC236}">
                    <a16:creationId xmlns:a16="http://schemas.microsoft.com/office/drawing/2014/main" id="{796368A0-21D1-AFF0-9C0F-79B561950D34}"/>
                  </a:ext>
                </a:extLst>
              </p:cNvPr>
              <p:cNvCxnSpPr>
                <a:cxnSpLocks/>
                <a:stCxn id="19717" idx="1"/>
                <a:endCxn id="48" idx="3"/>
              </p:cNvCxnSpPr>
              <p:nvPr/>
            </p:nvCxnSpPr>
            <p:spPr>
              <a:xfrm rot="10800000" flipV="1">
                <a:off x="2756146" y="3131606"/>
                <a:ext cx="344850" cy="790501"/>
              </a:xfrm>
              <a:prstGeom prst="bentConnector3">
                <a:avLst>
                  <a:gd name="adj1" fmla="val 57366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57" name="연결선: 꺾임 19456">
                <a:extLst>
                  <a:ext uri="{FF2B5EF4-FFF2-40B4-BE49-F238E27FC236}">
                    <a16:creationId xmlns:a16="http://schemas.microsoft.com/office/drawing/2014/main" id="{D98AF4A6-94DC-E23C-01FA-823AB01FC2F1}"/>
                  </a:ext>
                </a:extLst>
              </p:cNvPr>
              <p:cNvCxnSpPr>
                <a:cxnSpLocks/>
                <a:stCxn id="19721" idx="1"/>
                <a:endCxn id="52" idx="3"/>
              </p:cNvCxnSpPr>
              <p:nvPr/>
            </p:nvCxnSpPr>
            <p:spPr>
              <a:xfrm rot="10800000" flipV="1">
                <a:off x="3471611" y="3131606"/>
                <a:ext cx="344850" cy="790501"/>
              </a:xfrm>
              <a:prstGeom prst="bentConnector3">
                <a:avLst>
                  <a:gd name="adj1" fmla="val 61785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59" name="연결선: 꺾임 19458">
                <a:extLst>
                  <a:ext uri="{FF2B5EF4-FFF2-40B4-BE49-F238E27FC236}">
                    <a16:creationId xmlns:a16="http://schemas.microsoft.com/office/drawing/2014/main" id="{6656CB90-57D6-EFAB-46C5-1261773C1B9D}"/>
                  </a:ext>
                </a:extLst>
              </p:cNvPr>
              <p:cNvCxnSpPr>
                <a:cxnSpLocks/>
                <a:stCxn id="19729" idx="1"/>
                <a:endCxn id="56" idx="3"/>
              </p:cNvCxnSpPr>
              <p:nvPr/>
            </p:nvCxnSpPr>
            <p:spPr>
              <a:xfrm rot="10800000" flipV="1">
                <a:off x="4187074" y="3131606"/>
                <a:ext cx="344850" cy="790501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62" name="연결선: 꺾임 19461">
                <a:extLst>
                  <a:ext uri="{FF2B5EF4-FFF2-40B4-BE49-F238E27FC236}">
                    <a16:creationId xmlns:a16="http://schemas.microsoft.com/office/drawing/2014/main" id="{448B3FBA-2D57-4193-FFDD-97FA9B20D3BF}"/>
                  </a:ext>
                </a:extLst>
              </p:cNvPr>
              <p:cNvCxnSpPr>
                <a:cxnSpLocks/>
                <a:stCxn id="56" idx="1"/>
                <a:endCxn id="36" idx="3"/>
              </p:cNvCxnSpPr>
              <p:nvPr/>
            </p:nvCxnSpPr>
            <p:spPr>
              <a:xfrm rot="10800000" flipV="1">
                <a:off x="3473776" y="3922108"/>
                <a:ext cx="353258" cy="789434"/>
              </a:xfrm>
              <a:prstGeom prst="bentConnector3">
                <a:avLst>
                  <a:gd name="adj1" fmla="val 35620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63" name="연결선: 꺾임 19462">
                <a:extLst>
                  <a:ext uri="{FF2B5EF4-FFF2-40B4-BE49-F238E27FC236}">
                    <a16:creationId xmlns:a16="http://schemas.microsoft.com/office/drawing/2014/main" id="{A6D25D23-36E1-A201-608C-F12E7F15C64C}"/>
                  </a:ext>
                </a:extLst>
              </p:cNvPr>
              <p:cNvCxnSpPr>
                <a:cxnSpLocks/>
                <a:stCxn id="52" idx="1"/>
                <a:endCxn id="32" idx="3"/>
              </p:cNvCxnSpPr>
              <p:nvPr/>
            </p:nvCxnSpPr>
            <p:spPr>
              <a:xfrm rot="10800000" flipV="1">
                <a:off x="2758313" y="3922108"/>
                <a:ext cx="353258" cy="789434"/>
              </a:xfrm>
              <a:prstGeom prst="bentConnector3">
                <a:avLst>
                  <a:gd name="adj1" fmla="val 39934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65" name="직사각형 19464">
                <a:extLst>
                  <a:ext uri="{FF2B5EF4-FFF2-40B4-BE49-F238E27FC236}">
                    <a16:creationId xmlns:a16="http://schemas.microsoft.com/office/drawing/2014/main" id="{3DE7CF47-2729-2628-5218-2A0C4BCAA901}"/>
                  </a:ext>
                </a:extLst>
              </p:cNvPr>
              <p:cNvSpPr/>
              <p:nvPr/>
            </p:nvSpPr>
            <p:spPr bwMode="gray">
              <a:xfrm>
                <a:off x="247265" y="5322124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66" name="직사각형 19465">
                <a:extLst>
                  <a:ext uri="{FF2B5EF4-FFF2-40B4-BE49-F238E27FC236}">
                    <a16:creationId xmlns:a16="http://schemas.microsoft.com/office/drawing/2014/main" id="{351BFB38-C089-6D2D-2E3C-B2082402B563}"/>
                  </a:ext>
                </a:extLst>
              </p:cNvPr>
              <p:cNvSpPr/>
              <p:nvPr/>
            </p:nvSpPr>
            <p:spPr bwMode="gray">
              <a:xfrm>
                <a:off x="967345" y="5322124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70" name="직사각형 19469">
                <a:extLst>
                  <a:ext uri="{FF2B5EF4-FFF2-40B4-BE49-F238E27FC236}">
                    <a16:creationId xmlns:a16="http://schemas.microsoft.com/office/drawing/2014/main" id="{D6E96553-AE7A-ACB2-B4DC-8D5E3A8C8DF6}"/>
                  </a:ext>
                </a:extLst>
              </p:cNvPr>
              <p:cNvSpPr/>
              <p:nvPr/>
            </p:nvSpPr>
            <p:spPr bwMode="gray">
              <a:xfrm>
                <a:off x="1682810" y="5322124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FA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71" name="직사각형 19470">
                <a:extLst>
                  <a:ext uri="{FF2B5EF4-FFF2-40B4-BE49-F238E27FC236}">
                    <a16:creationId xmlns:a16="http://schemas.microsoft.com/office/drawing/2014/main" id="{90EE0A19-A9EC-ED17-08E5-2D0652DAA659}"/>
                  </a:ext>
                </a:extLst>
              </p:cNvPr>
              <p:cNvSpPr/>
              <p:nvPr/>
            </p:nvSpPr>
            <p:spPr bwMode="gray">
              <a:xfrm>
                <a:off x="2398273" y="5322124"/>
                <a:ext cx="360040" cy="3600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algn="ctr"/>
                <a:r>
                  <a:rPr lang="en-US" altLang="ko-KR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HA</a:t>
                </a:r>
                <a:endParaRPr lang="ko-KR" altLang="en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472" name="연결선: 꺾임 19471">
                <a:extLst>
                  <a:ext uri="{FF2B5EF4-FFF2-40B4-BE49-F238E27FC236}">
                    <a16:creationId xmlns:a16="http://schemas.microsoft.com/office/drawing/2014/main" id="{F91F80C9-F1EF-AE80-B60F-FD38E2B7DC24}"/>
                  </a:ext>
                </a:extLst>
              </p:cNvPr>
              <p:cNvCxnSpPr>
                <a:cxnSpLocks/>
                <a:stCxn id="36" idx="1"/>
                <a:endCxn id="19471" idx="3"/>
              </p:cNvCxnSpPr>
              <p:nvPr/>
            </p:nvCxnSpPr>
            <p:spPr>
              <a:xfrm rot="10800000" flipV="1">
                <a:off x="2758314" y="4711542"/>
                <a:ext cx="355423" cy="790602"/>
              </a:xfrm>
              <a:prstGeom prst="bentConnector3">
                <a:avLst>
                  <a:gd name="adj1" fmla="val 27132"/>
                </a:avLst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3" name="직선 화살표 연결선 19472">
                <a:extLst>
                  <a:ext uri="{FF2B5EF4-FFF2-40B4-BE49-F238E27FC236}">
                    <a16:creationId xmlns:a16="http://schemas.microsoft.com/office/drawing/2014/main" id="{67AD3A80-2223-ADDE-8550-E2F6F154F6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0281" y="4890077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4" name="직선 화살표 연결선 19473">
                <a:extLst>
                  <a:ext uri="{FF2B5EF4-FFF2-40B4-BE49-F238E27FC236}">
                    <a16:creationId xmlns:a16="http://schemas.microsoft.com/office/drawing/2014/main" id="{D2072D04-7204-9C90-DDE5-1DFB826186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54816" y="4890077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5" name="직선 화살표 연결선 19474">
                <a:extLst>
                  <a:ext uri="{FF2B5EF4-FFF2-40B4-BE49-F238E27FC236}">
                    <a16:creationId xmlns:a16="http://schemas.microsoft.com/office/drawing/2014/main" id="{42AA90C0-4A32-CF31-0150-A2C239131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129" y="4890077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6" name="연결선: 꺾임 19475">
                <a:extLst>
                  <a:ext uri="{FF2B5EF4-FFF2-40B4-BE49-F238E27FC236}">
                    <a16:creationId xmlns:a16="http://schemas.microsoft.com/office/drawing/2014/main" id="{0075A91C-BACE-EFF0-E431-0BB26E029624}"/>
                  </a:ext>
                </a:extLst>
              </p:cNvPr>
              <p:cNvCxnSpPr>
                <a:cxnSpLocks/>
                <a:stCxn id="24" idx="1"/>
                <a:endCxn id="19465" idx="0"/>
              </p:cNvCxnSpPr>
              <p:nvPr/>
            </p:nvCxnSpPr>
            <p:spPr>
              <a:xfrm rot="10800000" flipV="1">
                <a:off x="427286" y="4711542"/>
                <a:ext cx="535443" cy="610582"/>
              </a:xfrm>
              <a:prstGeom prst="bentConnector2">
                <a:avLst/>
              </a:prstGeom>
              <a:ln w="9525"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7" name="직선 화살표 연결선 19476">
                <a:extLst>
                  <a:ext uri="{FF2B5EF4-FFF2-40B4-BE49-F238E27FC236}">
                    <a16:creationId xmlns:a16="http://schemas.microsoft.com/office/drawing/2014/main" id="{5B722315-AE85-BE8C-5ABA-CD959343EB8B}"/>
                  </a:ext>
                </a:extLst>
              </p:cNvPr>
              <p:cNvCxnSpPr>
                <a:cxnSpLocks/>
                <a:stCxn id="19466" idx="1"/>
                <a:endCxn id="19465" idx="3"/>
              </p:cNvCxnSpPr>
              <p:nvPr/>
            </p:nvCxnSpPr>
            <p:spPr>
              <a:xfrm flipH="1">
                <a:off x="607305" y="5502144"/>
                <a:ext cx="3600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8" name="직선 화살표 연결선 19477">
                <a:extLst>
                  <a:ext uri="{FF2B5EF4-FFF2-40B4-BE49-F238E27FC236}">
                    <a16:creationId xmlns:a16="http://schemas.microsoft.com/office/drawing/2014/main" id="{178EBD50-7413-15E5-388F-4A2D53F7A7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9903" y="4887763"/>
                <a:ext cx="0" cy="4285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79" name="TextBox 19478">
                <a:extLst>
                  <a:ext uri="{FF2B5EF4-FFF2-40B4-BE49-F238E27FC236}">
                    <a16:creationId xmlns:a16="http://schemas.microsoft.com/office/drawing/2014/main" id="{FD7AD0E7-ED93-F5BD-AAA7-B697080ED236}"/>
                  </a:ext>
                </a:extLst>
              </p:cNvPr>
              <p:cNvSpPr txBox="1"/>
              <p:nvPr/>
            </p:nvSpPr>
            <p:spPr>
              <a:xfrm>
                <a:off x="3065670" y="5318040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9480" name="직선 화살표 연결선 19479">
                <a:extLst>
                  <a:ext uri="{FF2B5EF4-FFF2-40B4-BE49-F238E27FC236}">
                    <a16:creationId xmlns:a16="http://schemas.microsoft.com/office/drawing/2014/main" id="{107CB33F-9A21-CCA5-177D-C0B387762047}"/>
                  </a:ext>
                </a:extLst>
              </p:cNvPr>
              <p:cNvCxnSpPr>
                <a:cxnSpLocks/>
                <a:stCxn id="19470" idx="1"/>
                <a:endCxn id="19466" idx="3"/>
              </p:cNvCxnSpPr>
              <p:nvPr/>
            </p:nvCxnSpPr>
            <p:spPr>
              <a:xfrm flipH="1">
                <a:off x="1327385" y="5502144"/>
                <a:ext cx="3554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1" name="직선 화살표 연결선 19480">
                <a:extLst>
                  <a:ext uri="{FF2B5EF4-FFF2-40B4-BE49-F238E27FC236}">
                    <a16:creationId xmlns:a16="http://schemas.microsoft.com/office/drawing/2014/main" id="{13480F2E-3454-8750-682E-97E777EB20C8}"/>
                  </a:ext>
                </a:extLst>
              </p:cNvPr>
              <p:cNvCxnSpPr>
                <a:cxnSpLocks/>
                <a:stCxn id="19471" idx="1"/>
                <a:endCxn id="19470" idx="3"/>
              </p:cNvCxnSpPr>
              <p:nvPr/>
            </p:nvCxnSpPr>
            <p:spPr>
              <a:xfrm flipH="1">
                <a:off x="2042850" y="5502144"/>
                <a:ext cx="3554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2" name="직선 화살표 연결선 19481">
                <a:extLst>
                  <a:ext uri="{FF2B5EF4-FFF2-40B4-BE49-F238E27FC236}">
                    <a16:creationId xmlns:a16="http://schemas.microsoft.com/office/drawing/2014/main" id="{B2295323-9B0F-3665-753B-8C71B35AB4A6}"/>
                  </a:ext>
                </a:extLst>
              </p:cNvPr>
              <p:cNvCxnSpPr>
                <a:cxnSpLocks/>
                <a:stCxn id="19471" idx="2"/>
              </p:cNvCxnSpPr>
              <p:nvPr/>
            </p:nvCxnSpPr>
            <p:spPr>
              <a:xfrm>
                <a:off x="2578293" y="5682164"/>
                <a:ext cx="0" cy="1668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3" name="직선 화살표 연결선 19482">
                <a:extLst>
                  <a:ext uri="{FF2B5EF4-FFF2-40B4-BE49-F238E27FC236}">
                    <a16:creationId xmlns:a16="http://schemas.microsoft.com/office/drawing/2014/main" id="{6C4A3869-7410-F2D3-C465-DF771448B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6046" y="5682164"/>
                <a:ext cx="0" cy="1668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4" name="직선 화살표 연결선 19483">
                <a:extLst>
                  <a:ext uri="{FF2B5EF4-FFF2-40B4-BE49-F238E27FC236}">
                    <a16:creationId xmlns:a16="http://schemas.microsoft.com/office/drawing/2014/main" id="{F0FA822E-89FA-F82C-1116-9F12BD29D6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748" y="5682164"/>
                <a:ext cx="0" cy="1668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5" name="직선 화살표 연결선 19484">
                <a:extLst>
                  <a:ext uri="{FF2B5EF4-FFF2-40B4-BE49-F238E27FC236}">
                    <a16:creationId xmlns:a16="http://schemas.microsoft.com/office/drawing/2014/main" id="{50155D10-E9D1-9F8A-5E3D-931902790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285" y="5682164"/>
                <a:ext cx="0" cy="1668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86" name="TextBox 19485">
                <a:extLst>
                  <a:ext uri="{FF2B5EF4-FFF2-40B4-BE49-F238E27FC236}">
                    <a16:creationId xmlns:a16="http://schemas.microsoft.com/office/drawing/2014/main" id="{61E632F8-175D-74FE-F772-ED43B4FA9EF6}"/>
                  </a:ext>
                </a:extLst>
              </p:cNvPr>
              <p:cNvSpPr txBox="1"/>
              <p:nvPr/>
            </p:nvSpPr>
            <p:spPr>
              <a:xfrm>
                <a:off x="2558204" y="5671337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87" name="TextBox 19486">
                <a:extLst>
                  <a:ext uri="{FF2B5EF4-FFF2-40B4-BE49-F238E27FC236}">
                    <a16:creationId xmlns:a16="http://schemas.microsoft.com/office/drawing/2014/main" id="{540878E5-6A32-DA17-89C9-D92106C94E15}"/>
                  </a:ext>
                </a:extLst>
              </p:cNvPr>
              <p:cNvSpPr txBox="1"/>
              <p:nvPr/>
            </p:nvSpPr>
            <p:spPr>
              <a:xfrm>
                <a:off x="1853204" y="5671337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88" name="TextBox 19487">
                <a:extLst>
                  <a:ext uri="{FF2B5EF4-FFF2-40B4-BE49-F238E27FC236}">
                    <a16:creationId xmlns:a16="http://schemas.microsoft.com/office/drawing/2014/main" id="{0FD56C7E-2DED-236F-21A8-2732558DF4B5}"/>
                  </a:ext>
                </a:extLst>
              </p:cNvPr>
              <p:cNvSpPr txBox="1"/>
              <p:nvPr/>
            </p:nvSpPr>
            <p:spPr>
              <a:xfrm>
                <a:off x="1134839" y="5671337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89" name="TextBox 19488">
                <a:extLst>
                  <a:ext uri="{FF2B5EF4-FFF2-40B4-BE49-F238E27FC236}">
                    <a16:creationId xmlns:a16="http://schemas.microsoft.com/office/drawing/2014/main" id="{7692720A-2CF2-BA65-21D0-09D96BDB9685}"/>
                  </a:ext>
                </a:extLst>
              </p:cNvPr>
              <p:cNvSpPr txBox="1"/>
              <p:nvPr/>
            </p:nvSpPr>
            <p:spPr>
              <a:xfrm>
                <a:off x="426073" y="5671337"/>
                <a:ext cx="3195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</a:t>
                </a:r>
                <a:r>
                  <a:rPr lang="en-US" altLang="ko-KR" sz="1000" b="1" baseline="-2500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endParaRPr lang="ko-KR" altLang="en-US" sz="1000" b="1" baseline="-250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84146F77-46E2-EB89-06C8-8AB68735B2C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75719" y="3935710"/>
              <a:ext cx="353258" cy="789434"/>
            </a:xfrm>
            <a:prstGeom prst="bentConnector3">
              <a:avLst>
                <a:gd name="adj1" fmla="val 39934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DEFE1263-5B03-E4D1-9DD1-2226DFC5E3D2}"/>
                </a:ext>
              </a:extLst>
            </p:cNvPr>
            <p:cNvCxnSpPr>
              <a:cxnSpLocks/>
              <a:stCxn id="20" idx="2"/>
              <a:endCxn id="19" idx="0"/>
            </p:cNvCxnSpPr>
            <p:nvPr/>
          </p:nvCxnSpPr>
          <p:spPr>
            <a:xfrm rot="5400000">
              <a:off x="3453799" y="4941648"/>
              <a:ext cx="401063" cy="35636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연결선: 꺾임 16">
              <a:extLst>
                <a:ext uri="{FF2B5EF4-FFF2-40B4-BE49-F238E27FC236}">
                  <a16:creationId xmlns:a16="http://schemas.microsoft.com/office/drawing/2014/main" id="{996F1B63-B9D0-35E5-B359-6CE98236E49E}"/>
                </a:ext>
              </a:extLst>
            </p:cNvPr>
            <p:cNvCxnSpPr>
              <a:cxnSpLocks/>
              <a:stCxn id="32" idx="1"/>
              <a:endCxn id="18" idx="0"/>
            </p:cNvCxnSpPr>
            <p:nvPr/>
          </p:nvCxnSpPr>
          <p:spPr>
            <a:xfrm rot="10800000" flipV="1">
              <a:off x="3832511" y="4711541"/>
              <a:ext cx="89763" cy="221177"/>
            </a:xfrm>
            <a:prstGeom prst="bentConnector2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F4D637C-2270-4979-C3CB-B1B796B72D16}"/>
                </a:ext>
              </a:extLst>
            </p:cNvPr>
            <p:cNvSpPr/>
            <p:nvPr/>
          </p:nvSpPr>
          <p:spPr bwMode="gray">
            <a:xfrm>
              <a:off x="3796506" y="4932719"/>
              <a:ext cx="72008" cy="45719"/>
            </a:xfrm>
            <a:prstGeom prst="rect">
              <a:avLst/>
            </a:prstGeom>
            <a:noFill/>
            <a:ln w="15240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786A283-D566-BDD6-BF95-6D7DA32102CE}"/>
                </a:ext>
              </a:extLst>
            </p:cNvPr>
            <p:cNvSpPr/>
            <p:nvPr/>
          </p:nvSpPr>
          <p:spPr bwMode="gray">
            <a:xfrm>
              <a:off x="3440145" y="5320360"/>
              <a:ext cx="72008" cy="119764"/>
            </a:xfrm>
            <a:prstGeom prst="rect">
              <a:avLst/>
            </a:prstGeom>
            <a:noFill/>
            <a:ln w="15240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5E8560-7C53-E985-19A3-349B8CA71399}"/>
                </a:ext>
              </a:extLst>
            </p:cNvPr>
            <p:cNvSpPr/>
            <p:nvPr/>
          </p:nvSpPr>
          <p:spPr bwMode="gray">
            <a:xfrm>
              <a:off x="3796506" y="4873578"/>
              <a:ext cx="72008" cy="45719"/>
            </a:xfrm>
            <a:prstGeom prst="rect">
              <a:avLst/>
            </a:prstGeom>
            <a:noFill/>
            <a:ln w="15240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연결선: 꺾임 20">
              <a:extLst>
                <a:ext uri="{FF2B5EF4-FFF2-40B4-BE49-F238E27FC236}">
                  <a16:creationId xmlns:a16="http://schemas.microsoft.com/office/drawing/2014/main" id="{6ECEF83D-CA15-6AD0-9BCB-5E2851E840E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752549" y="4948359"/>
              <a:ext cx="387642" cy="35636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D7AFE317-FC04-E4D4-E2B2-3B91EBD99E8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124551" y="4711541"/>
              <a:ext cx="89763" cy="221177"/>
            </a:xfrm>
            <a:prstGeom prst="bentConnector2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58" name="슬라이드 번호 개체 틀 3">
            <a:extLst>
              <a:ext uri="{FF2B5EF4-FFF2-40B4-BE49-F238E27FC236}">
                <a16:creationId xmlns:a16="http://schemas.microsoft.com/office/drawing/2014/main" id="{A4BF6BAE-6279-0561-8F21-FC75941C6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2F0071-54AE-4798-8071-55C55CCFCC2D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14" name="제목 4">
            <a:extLst>
              <a:ext uri="{FF2B5EF4-FFF2-40B4-BE49-F238E27FC236}">
                <a16:creationId xmlns:a16="http://schemas.microsoft.com/office/drawing/2014/main" id="{360169F4-0768-4FFE-8759-9A28F1646CD1}"/>
              </a:ext>
            </a:extLst>
          </p:cNvPr>
          <p:cNvSpPr txBox="1">
            <a:spLocks/>
          </p:cNvSpPr>
          <p:nvPr/>
        </p:nvSpPr>
        <p:spPr>
          <a:xfrm>
            <a:off x="363903" y="188913"/>
            <a:ext cx="11283220" cy="79216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2-stage Pipelined Carry Save Multiplier </a:t>
            </a:r>
          </a:p>
        </p:txBody>
      </p:sp>
      <p:sp>
        <p:nvSpPr>
          <p:cNvPr id="19460" name="직사각형 7">
            <a:extLst>
              <a:ext uri="{FF2B5EF4-FFF2-40B4-BE49-F238E27FC236}">
                <a16:creationId xmlns:a16="http://schemas.microsoft.com/office/drawing/2014/main" id="{21F92207-1BF2-E3CB-1EEF-BDDBCE74C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9" y="1214439"/>
            <a:ext cx="89296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22×22 Carry Save Multiplier ( RC Adder in the last stage ) </a:t>
            </a:r>
            <a:endParaRPr kumimoji="0" lang="en-US" altLang="ko-KR" sz="15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1" name="TextBox 1">
            <a:extLst>
              <a:ext uri="{FF2B5EF4-FFF2-40B4-BE49-F238E27FC236}">
                <a16:creationId xmlns:a16="http://schemas.microsoft.com/office/drawing/2014/main" id="{A2683F95-1B07-6263-AF6D-57FFE8378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651000"/>
            <a:ext cx="30588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Ex) 4×4 Carry Save Multiplier</a:t>
            </a:r>
            <a:endParaRPr lang="ko-KR" altLang="en-US" sz="1600" b="1" dirty="0">
              <a:solidFill>
                <a:srgbClr val="FF0000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9882" name="그룹 19881">
            <a:extLst>
              <a:ext uri="{FF2B5EF4-FFF2-40B4-BE49-F238E27FC236}">
                <a16:creationId xmlns:a16="http://schemas.microsoft.com/office/drawing/2014/main" id="{DEA86468-508B-2D89-FFD1-4FAFD3D7CB58}"/>
              </a:ext>
            </a:extLst>
          </p:cNvPr>
          <p:cNvGrpSpPr/>
          <p:nvPr/>
        </p:nvGrpSpPr>
        <p:grpSpPr>
          <a:xfrm>
            <a:off x="8619555" y="4459729"/>
            <a:ext cx="1827212" cy="1525588"/>
            <a:chOff x="5313363" y="4429125"/>
            <a:chExt cx="1827212" cy="1525588"/>
          </a:xfrm>
        </p:grpSpPr>
        <p:pic>
          <p:nvPicPr>
            <p:cNvPr id="19464" name="Picture 2">
              <a:extLst>
                <a:ext uri="{FF2B5EF4-FFF2-40B4-BE49-F238E27FC236}">
                  <a16:creationId xmlns:a16="http://schemas.microsoft.com/office/drawing/2014/main" id="{D5EAA5CE-5374-C144-4FB0-D8C0B2630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7875" y="4429125"/>
              <a:ext cx="714375" cy="152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14CE8764-DF5F-FC0E-1A43-1D2B94008F80}"/>
                </a:ext>
              </a:extLst>
            </p:cNvPr>
            <p:cNvCxnSpPr/>
            <p:nvPr/>
          </p:nvCxnSpPr>
          <p:spPr>
            <a:xfrm rot="10800000">
              <a:off x="6564313" y="5214938"/>
              <a:ext cx="285750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67EF33B-9C46-D7ED-612F-E25E5B111BF7}"/>
                </a:ext>
              </a:extLst>
            </p:cNvPr>
            <p:cNvCxnSpPr/>
            <p:nvPr/>
          </p:nvCxnSpPr>
          <p:spPr>
            <a:xfrm rot="10800000">
              <a:off x="5588000" y="5222875"/>
              <a:ext cx="28575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67" name="TextBox 25">
              <a:extLst>
                <a:ext uri="{FF2B5EF4-FFF2-40B4-BE49-F238E27FC236}">
                  <a16:creationId xmlns:a16="http://schemas.microsoft.com/office/drawing/2014/main" id="{1A390C72-D10D-18B5-38EC-8645513DB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2438" y="5048250"/>
              <a:ext cx="3381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i="1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C</a:t>
              </a:r>
              <a:r>
                <a:rPr lang="en-US" altLang="ko-KR" sz="1400" b="1" i="1" baseline="-2500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i</a:t>
              </a:r>
              <a:endParaRPr lang="ko-KR" altLang="en-US" sz="1400" b="1" i="1" baseline="-2500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9468" name="TextBox 26">
              <a:extLst>
                <a:ext uri="{FF2B5EF4-FFF2-40B4-BE49-F238E27FC236}">
                  <a16:creationId xmlns:a16="http://schemas.microsoft.com/office/drawing/2014/main" id="{583169DD-D650-F2CB-84A6-7F8BF51E6B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363" y="5072063"/>
              <a:ext cx="3635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i="1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C</a:t>
              </a:r>
              <a:r>
                <a:rPr lang="en-US" altLang="ko-KR" sz="1400" b="1" i="1" baseline="-2500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o</a:t>
              </a:r>
              <a:endParaRPr lang="ko-KR" altLang="en-US" sz="1400" b="1" i="1" baseline="-2500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9469" name="TextBox 1">
            <a:extLst>
              <a:ext uri="{FF2B5EF4-FFF2-40B4-BE49-F238E27FC236}">
                <a16:creationId xmlns:a16="http://schemas.microsoft.com/office/drawing/2014/main" id="{8A946D79-73B5-AEA0-ABB3-F95C41B39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162" y="5932141"/>
            <a:ext cx="69953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ko-KR" sz="1800" b="1">
                <a:solidFill>
                  <a:srgbClr val="FF0000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Ripple Carry Adder in the last Stage (Vector Merging Adder)</a:t>
            </a:r>
            <a:endParaRPr lang="ko-KR" altLang="en-US" sz="1800" b="1">
              <a:solidFill>
                <a:srgbClr val="FF0000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7F78AE9-9FDC-1CB9-CDAD-966925BD1E6E}"/>
              </a:ext>
            </a:extLst>
          </p:cNvPr>
          <p:cNvGraphicFramePr>
            <a:graphicFrameLocks noGrp="1"/>
          </p:cNvGraphicFramePr>
          <p:nvPr/>
        </p:nvGraphicFramePr>
        <p:xfrm>
          <a:off x="7248128" y="1732776"/>
          <a:ext cx="328494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94">
                  <a:extLst>
                    <a:ext uri="{9D8B030D-6E8A-4147-A177-3AD203B41FA5}">
                      <a16:colId xmlns:a16="http://schemas.microsoft.com/office/drawing/2014/main" val="278340803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3076683759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127330526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077489039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166925915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3706012863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2822143512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4043640455"/>
                    </a:ext>
                  </a:extLst>
                </a:gridCol>
                <a:gridCol w="364994">
                  <a:extLst>
                    <a:ext uri="{9D8B030D-6E8A-4147-A177-3AD203B41FA5}">
                      <a16:colId xmlns:a16="http://schemas.microsoft.com/office/drawing/2014/main" val="968496097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23505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40373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92739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552192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823963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+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027971"/>
                  </a:ext>
                </a:extLst>
              </a:tr>
              <a:tr h="35860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32958"/>
                  </a:ext>
                </a:extLst>
              </a:tr>
            </a:tbl>
          </a:graphicData>
        </a:graphic>
      </p:graphicFrame>
      <p:grpSp>
        <p:nvGrpSpPr>
          <p:cNvPr id="19995" name="그룹 19994">
            <a:extLst>
              <a:ext uri="{FF2B5EF4-FFF2-40B4-BE49-F238E27FC236}">
                <a16:creationId xmlns:a16="http://schemas.microsoft.com/office/drawing/2014/main" id="{F52F9A0D-4F22-A68C-80EF-DDD8990367D9}"/>
              </a:ext>
            </a:extLst>
          </p:cNvPr>
          <p:cNvGrpSpPr/>
          <p:nvPr/>
        </p:nvGrpSpPr>
        <p:grpSpPr>
          <a:xfrm>
            <a:off x="6554518" y="4459729"/>
            <a:ext cx="1258887" cy="1525588"/>
            <a:chOff x="5313363" y="4429125"/>
            <a:chExt cx="1258887" cy="1525588"/>
          </a:xfrm>
        </p:grpSpPr>
        <p:pic>
          <p:nvPicPr>
            <p:cNvPr id="19996" name="Picture 2">
              <a:extLst>
                <a:ext uri="{FF2B5EF4-FFF2-40B4-BE49-F238E27FC236}">
                  <a16:creationId xmlns:a16="http://schemas.microsoft.com/office/drawing/2014/main" id="{E3D620C6-E8D3-1C8A-B8CA-C0DD76B494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7875" y="4429125"/>
              <a:ext cx="714375" cy="1525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9998" name="직선 화살표 연결선 19997">
              <a:extLst>
                <a:ext uri="{FF2B5EF4-FFF2-40B4-BE49-F238E27FC236}">
                  <a16:creationId xmlns:a16="http://schemas.microsoft.com/office/drawing/2014/main" id="{9BA87B70-669D-A872-9449-EEF698A3E777}"/>
                </a:ext>
              </a:extLst>
            </p:cNvPr>
            <p:cNvCxnSpPr/>
            <p:nvPr/>
          </p:nvCxnSpPr>
          <p:spPr>
            <a:xfrm rot="10800000">
              <a:off x="5588000" y="5222875"/>
              <a:ext cx="285750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00" name="TextBox 26">
              <a:extLst>
                <a:ext uri="{FF2B5EF4-FFF2-40B4-BE49-F238E27FC236}">
                  <a16:creationId xmlns:a16="http://schemas.microsoft.com/office/drawing/2014/main" id="{64138D60-6942-FAA2-C40D-BA8798414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363" y="5072063"/>
              <a:ext cx="3635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i="1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C</a:t>
              </a:r>
              <a:r>
                <a:rPr lang="en-US" altLang="ko-KR" sz="1400" b="1" i="1" baseline="-25000">
                  <a:latin typeface="Times New Roman" panose="02020603050405020304" pitchFamily="18" charset="0"/>
                  <a:ea typeface="굴림" panose="020B0600000101010101" pitchFamily="50" charset="-127"/>
                  <a:cs typeface="Times New Roman" panose="02020603050405020304" pitchFamily="18" charset="0"/>
                </a:rPr>
                <a:t>o</a:t>
              </a:r>
              <a:endParaRPr lang="ko-KR" altLang="en-US" sz="1400" b="1" i="1" baseline="-2500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20001" name="직사각형 20000">
            <a:extLst>
              <a:ext uri="{FF2B5EF4-FFF2-40B4-BE49-F238E27FC236}">
                <a16:creationId xmlns:a16="http://schemas.microsoft.com/office/drawing/2014/main" id="{345955F7-277B-0079-E089-2651B3E6B6AB}"/>
              </a:ext>
            </a:extLst>
          </p:cNvPr>
          <p:cNvSpPr/>
          <p:nvPr/>
        </p:nvSpPr>
        <p:spPr bwMode="gray">
          <a:xfrm>
            <a:off x="7116456" y="4916916"/>
            <a:ext cx="681370" cy="66056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400" b="1">
                <a:latin typeface="Arial" panose="020B0604020202020204" pitchFamily="34" charset="0"/>
                <a:cs typeface="Arial" panose="020B0604020202020204" pitchFamily="34" charset="0"/>
              </a:rPr>
              <a:t>HA</a:t>
            </a:r>
            <a:endParaRPr lang="ko-KR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02" name="직사각형 20001">
            <a:extLst>
              <a:ext uri="{FF2B5EF4-FFF2-40B4-BE49-F238E27FC236}">
                <a16:creationId xmlns:a16="http://schemas.microsoft.com/office/drawing/2014/main" id="{CF0B3D92-32CD-F892-0D03-59E88523A13B}"/>
              </a:ext>
            </a:extLst>
          </p:cNvPr>
          <p:cNvSpPr/>
          <p:nvPr/>
        </p:nvSpPr>
        <p:spPr bwMode="gray">
          <a:xfrm>
            <a:off x="9184538" y="4916916"/>
            <a:ext cx="681370" cy="66056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en-US" altLang="ko-KR" sz="1400" b="1">
                <a:latin typeface="Arial" panose="020B0604020202020204" pitchFamily="34" charset="0"/>
                <a:cs typeface="Arial" panose="020B0604020202020204" pitchFamily="34" charset="0"/>
              </a:rPr>
              <a:t>FA</a:t>
            </a:r>
            <a:endParaRPr lang="ko-KR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모서리가 둥근 직사각형 27">
            <a:extLst>
              <a:ext uri="{FF2B5EF4-FFF2-40B4-BE49-F238E27FC236}">
                <a16:creationId xmlns:a16="http://schemas.microsoft.com/office/drawing/2014/main" id="{B5F02E61-1318-DFFF-BC8D-ACD0D1965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2859944"/>
            <a:ext cx="574923" cy="539750"/>
          </a:xfrm>
          <a:prstGeom prst="roundRect">
            <a:avLst>
              <a:gd name="adj" fmla="val 16667"/>
            </a:avLst>
          </a:prstGeom>
          <a:noFill/>
          <a:ln w="57150" algn="ctr">
            <a:solidFill>
              <a:srgbClr val="3333CC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4" name="모서리가 둥근 직사각형 27">
            <a:extLst>
              <a:ext uri="{FF2B5EF4-FFF2-40B4-BE49-F238E27FC236}">
                <a16:creationId xmlns:a16="http://schemas.microsoft.com/office/drawing/2014/main" id="{EBB978DB-1005-E1B4-4341-39F09126A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869" y="2856531"/>
            <a:ext cx="574923" cy="1317391"/>
          </a:xfrm>
          <a:prstGeom prst="roundRect">
            <a:avLst>
              <a:gd name="adj" fmla="val 16667"/>
            </a:avLst>
          </a:prstGeom>
          <a:noFill/>
          <a:ln w="57150" algn="ctr">
            <a:solidFill>
              <a:srgbClr val="3333CC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" name="모서리가 둥근 직사각형 27">
            <a:extLst>
              <a:ext uri="{FF2B5EF4-FFF2-40B4-BE49-F238E27FC236}">
                <a16:creationId xmlns:a16="http://schemas.microsoft.com/office/drawing/2014/main" id="{5C78A6DF-BC99-0195-F1EC-BCA5CD965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789" y="2856531"/>
            <a:ext cx="574923" cy="2084637"/>
          </a:xfrm>
          <a:prstGeom prst="roundRect">
            <a:avLst>
              <a:gd name="adj" fmla="val 16667"/>
            </a:avLst>
          </a:prstGeom>
          <a:noFill/>
          <a:ln w="57150" algn="ctr">
            <a:solidFill>
              <a:srgbClr val="3333CC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" name="모서리가 둥근 직사각형 27">
            <a:extLst>
              <a:ext uri="{FF2B5EF4-FFF2-40B4-BE49-F238E27FC236}">
                <a16:creationId xmlns:a16="http://schemas.microsoft.com/office/drawing/2014/main" id="{BCC399FC-8F9A-3924-A695-AAD766607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533" y="2856531"/>
            <a:ext cx="574923" cy="2884207"/>
          </a:xfrm>
          <a:prstGeom prst="roundRect">
            <a:avLst>
              <a:gd name="adj" fmla="val 16667"/>
            </a:avLst>
          </a:prstGeom>
          <a:noFill/>
          <a:ln w="57150" algn="ctr">
            <a:solidFill>
              <a:srgbClr val="3333CC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7" name="모서리가 둥근 직사각형 27">
            <a:extLst>
              <a:ext uri="{FF2B5EF4-FFF2-40B4-BE49-F238E27FC236}">
                <a16:creationId xmlns:a16="http://schemas.microsoft.com/office/drawing/2014/main" id="{EF889AA7-2DA7-368A-9266-BEF354A79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453" y="3637037"/>
            <a:ext cx="574923" cy="2103702"/>
          </a:xfrm>
          <a:prstGeom prst="roundRect">
            <a:avLst>
              <a:gd name="adj" fmla="val 16667"/>
            </a:avLst>
          </a:prstGeom>
          <a:noFill/>
          <a:ln w="57150" algn="ctr">
            <a:solidFill>
              <a:srgbClr val="3333CC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" name="모서리가 둥근 직사각형 27">
            <a:extLst>
              <a:ext uri="{FF2B5EF4-FFF2-40B4-BE49-F238E27FC236}">
                <a16:creationId xmlns:a16="http://schemas.microsoft.com/office/drawing/2014/main" id="{C37CAE46-9706-A790-F8F6-8A566B53F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181" y="4437112"/>
            <a:ext cx="574923" cy="1303626"/>
          </a:xfrm>
          <a:prstGeom prst="roundRect">
            <a:avLst>
              <a:gd name="adj" fmla="val 16667"/>
            </a:avLst>
          </a:prstGeom>
          <a:noFill/>
          <a:ln w="57150" algn="ctr">
            <a:solidFill>
              <a:srgbClr val="3333CC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9" name="모서리가 둥근 직사각형 27">
            <a:extLst>
              <a:ext uri="{FF2B5EF4-FFF2-40B4-BE49-F238E27FC236}">
                <a16:creationId xmlns:a16="http://schemas.microsoft.com/office/drawing/2014/main" id="{63F795B5-FFB2-554F-1DC6-0F1E003FB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925" y="5215899"/>
            <a:ext cx="574923" cy="524839"/>
          </a:xfrm>
          <a:prstGeom prst="roundRect">
            <a:avLst>
              <a:gd name="adj" fmla="val 16667"/>
            </a:avLst>
          </a:prstGeom>
          <a:noFill/>
          <a:ln w="57150" algn="ctr">
            <a:solidFill>
              <a:srgbClr val="3333CC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883356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37F5A-672A-C796-64BC-0FB2F1BE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3">
            <a:extLst>
              <a:ext uri="{FF2B5EF4-FFF2-40B4-BE49-F238E27FC236}">
                <a16:creationId xmlns:a16="http://schemas.microsoft.com/office/drawing/2014/main" id="{88638ED9-7B45-528F-DE0B-952B7D462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33F320-DB21-4603-AA79-E1F5948D7100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20484" name="직사각형 7">
            <a:extLst>
              <a:ext uri="{FF2B5EF4-FFF2-40B4-BE49-F238E27FC236}">
                <a16:creationId xmlns:a16="http://schemas.microsoft.com/office/drawing/2014/main" id="{226E897E-B4FE-1EBE-C5B7-074196B5B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954" y="1214439"/>
            <a:ext cx="9822656" cy="427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20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22×22 Carry Save Multiplier ( Ripple Carry Adder in the last stage) </a:t>
            </a:r>
            <a:endParaRPr kumimoji="0" lang="en-US" altLang="ko-KR" sz="1500" b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92FC15D6-F53A-F75E-BA4A-A7AC9C586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530" y="2641601"/>
            <a:ext cx="35052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8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Make a 22-bit Array !</a:t>
            </a:r>
            <a:endParaRPr lang="en-US" altLang="ko-KR" sz="2000" dirty="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486" name="모서리가 둥근 직사각형 25">
            <a:extLst>
              <a:ext uri="{FF2B5EF4-FFF2-40B4-BE49-F238E27FC236}">
                <a16:creationId xmlns:a16="http://schemas.microsoft.com/office/drawing/2014/main" id="{4AE5C07A-E8BC-8A51-96CF-8A977BF11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2589213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487" name="모서리가 둥근 직사각형 27">
            <a:extLst>
              <a:ext uri="{FF2B5EF4-FFF2-40B4-BE49-F238E27FC236}">
                <a16:creationId xmlns:a16="http://schemas.microsoft.com/office/drawing/2014/main" id="{ED60034F-5E5F-30B7-3865-ACFE7FC85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8" y="3254375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488" name="모서리가 둥근 직사각형 28">
            <a:extLst>
              <a:ext uri="{FF2B5EF4-FFF2-40B4-BE49-F238E27FC236}">
                <a16:creationId xmlns:a16="http://schemas.microsoft.com/office/drawing/2014/main" id="{982F65F1-5675-DCAB-019C-BB031352A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3938588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0489" name="모서리가 둥근 직사각형 29">
            <a:extLst>
              <a:ext uri="{FF2B5EF4-FFF2-40B4-BE49-F238E27FC236}">
                <a16:creationId xmlns:a16="http://schemas.microsoft.com/office/drawing/2014/main" id="{40CDC646-9643-6584-9424-D5A15CB3A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941888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cxnSp>
        <p:nvCxnSpPr>
          <p:cNvPr id="20490" name="직선 연결선 20">
            <a:extLst>
              <a:ext uri="{FF2B5EF4-FFF2-40B4-BE49-F238E27FC236}">
                <a16:creationId xmlns:a16="http://schemas.microsoft.com/office/drawing/2014/main" id="{1314F328-21E6-79E1-0413-27F7BF2411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08663" y="4581525"/>
            <a:ext cx="0" cy="304800"/>
          </a:xfrm>
          <a:prstGeom prst="line">
            <a:avLst/>
          </a:prstGeom>
          <a:noFill/>
          <a:ln w="57150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1" name="모서리가 둥근 직사각형 32">
            <a:extLst>
              <a:ext uri="{FF2B5EF4-FFF2-40B4-BE49-F238E27FC236}">
                <a16:creationId xmlns:a16="http://schemas.microsoft.com/office/drawing/2014/main" id="{EE7B59B9-4E00-8EB8-1922-D9A738B21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607050"/>
            <a:ext cx="5137150" cy="539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2A2AE9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endParaRPr lang="ko-KR" altLang="en-US" sz="24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grpSp>
        <p:nvGrpSpPr>
          <p:cNvPr id="20492" name="그룹 5">
            <a:extLst>
              <a:ext uri="{FF2B5EF4-FFF2-40B4-BE49-F238E27FC236}">
                <a16:creationId xmlns:a16="http://schemas.microsoft.com/office/drawing/2014/main" id="{52FA3ACE-5FF1-347C-F864-0F2CBC1533F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760538"/>
            <a:ext cx="5334000" cy="715962"/>
            <a:chOff x="3657600" y="1760538"/>
            <a:chExt cx="5334000" cy="715962"/>
          </a:xfrm>
        </p:grpSpPr>
        <p:graphicFrame>
          <p:nvGraphicFramePr>
            <p:cNvPr id="20501" name="개체 1">
              <a:extLst>
                <a:ext uri="{FF2B5EF4-FFF2-40B4-BE49-F238E27FC236}">
                  <a16:creationId xmlns:a16="http://schemas.microsoft.com/office/drawing/2014/main" id="{78927DFB-9E4D-E85F-625A-E531DBBFBF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75063" y="1800225"/>
            <a:ext cx="24384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4622222" imgH="1180952" progId="Photoshop.Image.12">
                    <p:embed/>
                  </p:oleObj>
                </mc:Choice>
                <mc:Fallback>
                  <p:oleObj name="Image" r:id="rId2" imgW="4622222" imgH="1180952" progId="Photoshop.Image.12">
                    <p:embed/>
                    <p:pic>
                      <p:nvPicPr>
                        <p:cNvPr id="20501" name="개체 1">
                          <a:extLst>
                            <a:ext uri="{FF2B5EF4-FFF2-40B4-BE49-F238E27FC236}">
                              <a16:creationId xmlns:a16="http://schemas.microsoft.com/office/drawing/2014/main" id="{A257E4A3-1E77-DB7B-0221-56B80D242D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5063" y="1800225"/>
                          <a:ext cx="24384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직사각형 3">
              <a:extLst>
                <a:ext uri="{FF2B5EF4-FFF2-40B4-BE49-F238E27FC236}">
                  <a16:creationId xmlns:a16="http://schemas.microsoft.com/office/drawing/2014/main" id="{74FF0751-648D-F9F3-70A7-033F82BBF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102" y="2111375"/>
              <a:ext cx="228600" cy="15222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endParaRPr lang="ko-KR" altLang="en-US" sz="240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503" name="TextBox 2">
              <a:extLst>
                <a:ext uri="{FF2B5EF4-FFF2-40B4-BE49-F238E27FC236}">
                  <a16:creationId xmlns:a16="http://schemas.microsoft.com/office/drawing/2014/main" id="{0A36E55D-60B2-9C89-0E39-328A89633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195" y="2064040"/>
              <a:ext cx="474078" cy="230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r>
                <a:rPr lang="en-US" altLang="ko-KR" sz="900" b="1">
                  <a:latin typeface="Times New Roman" panose="02020603050405020304" pitchFamily="18" charset="0"/>
                  <a:ea typeface="굴림" panose="020B0600000101010101" pitchFamily="50" charset="-127"/>
                </a:rPr>
                <a:t>FA</a:t>
              </a:r>
              <a:endParaRPr lang="ko-KR" altLang="en-US" sz="900" b="1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graphicFrame>
          <p:nvGraphicFramePr>
            <p:cNvPr id="20504" name="개체 6">
              <a:extLst>
                <a:ext uri="{FF2B5EF4-FFF2-40B4-BE49-F238E27FC236}">
                  <a16:creationId xmlns:a16="http://schemas.microsoft.com/office/drawing/2014/main" id="{244A28A7-C23F-156A-406D-0878BC8FC3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72250" y="1770063"/>
            <a:ext cx="2360613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4" imgW="3022222" imgH="812698" progId="Photoshop.Image.12">
                    <p:embed/>
                  </p:oleObj>
                </mc:Choice>
                <mc:Fallback>
                  <p:oleObj name="Image" r:id="rId4" imgW="3022222" imgH="812698" progId="Photoshop.Image.12">
                    <p:embed/>
                    <p:pic>
                      <p:nvPicPr>
                        <p:cNvPr id="20504" name="개체 6">
                          <a:extLst>
                            <a:ext uri="{FF2B5EF4-FFF2-40B4-BE49-F238E27FC236}">
                              <a16:creationId xmlns:a16="http://schemas.microsoft.com/office/drawing/2014/main" id="{0F632F3C-6445-9F8B-0A0F-151F5F401E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2250" y="1770063"/>
                          <a:ext cx="2360613" cy="635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505" name="직선 연결선 8">
              <a:extLst>
                <a:ext uri="{FF2B5EF4-FFF2-40B4-BE49-F238E27FC236}">
                  <a16:creationId xmlns:a16="http://schemas.microsoft.com/office/drawing/2014/main" id="{565C0211-79D9-C12B-BC7B-74B8E83B6D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13463" y="2179638"/>
              <a:ext cx="38100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06" name="모서리가 둥근 직사각형 13">
              <a:extLst>
                <a:ext uri="{FF2B5EF4-FFF2-40B4-BE49-F238E27FC236}">
                  <a16:creationId xmlns:a16="http://schemas.microsoft.com/office/drawing/2014/main" id="{049634AD-8DA6-639F-47AB-18C6E048E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1760538"/>
              <a:ext cx="5334000" cy="71596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2A2AE9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spcBef>
                  <a:spcPct val="0"/>
                </a:spcBef>
                <a:buFontTx/>
                <a:buNone/>
              </a:pPr>
              <a:endParaRPr lang="ko-KR" altLang="en-US" sz="240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pic>
          <p:nvPicPr>
            <p:cNvPr id="20507" name="그림 4">
              <a:extLst>
                <a:ext uri="{FF2B5EF4-FFF2-40B4-BE49-F238E27FC236}">
                  <a16:creationId xmlns:a16="http://schemas.microsoft.com/office/drawing/2014/main" id="{DCB2C179-E44C-7036-F935-344AB0692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2591" y="2020590"/>
              <a:ext cx="374061" cy="335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08" name="그림 33">
              <a:extLst>
                <a:ext uri="{FF2B5EF4-FFF2-40B4-BE49-F238E27FC236}">
                  <a16:creationId xmlns:a16="http://schemas.microsoft.com/office/drawing/2014/main" id="{07BEFFE0-AE58-7D77-14E4-DDAC4E555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9926" y="1988116"/>
              <a:ext cx="374061" cy="335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40477B6-601B-2464-DDFB-22880589EC47}"/>
              </a:ext>
            </a:extLst>
          </p:cNvPr>
          <p:cNvCxnSpPr/>
          <p:nvPr/>
        </p:nvCxnSpPr>
        <p:spPr>
          <a:xfrm>
            <a:off x="4673600" y="1676400"/>
            <a:ext cx="5994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4" name="Rectangle 5">
            <a:extLst>
              <a:ext uri="{FF2B5EF4-FFF2-40B4-BE49-F238E27FC236}">
                <a16:creationId xmlns:a16="http://schemas.microsoft.com/office/drawing/2014/main" id="{0621559F-3A98-3EE4-5B7F-A1ED9743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5414" y="1565276"/>
            <a:ext cx="2390775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Add flip-flop</a:t>
            </a:r>
          </a:p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at the input / output</a:t>
            </a:r>
            <a:endParaRPr lang="en-US" altLang="ko-KR" sz="160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10B4EA3-AE21-9B73-4999-C5ACA96A192B}"/>
              </a:ext>
            </a:extLst>
          </p:cNvPr>
          <p:cNvCxnSpPr/>
          <p:nvPr/>
        </p:nvCxnSpPr>
        <p:spPr>
          <a:xfrm>
            <a:off x="1676400" y="6207125"/>
            <a:ext cx="899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4E20F3B-0B1A-C00E-CA1E-15F8658897E2}"/>
              </a:ext>
            </a:extLst>
          </p:cNvPr>
          <p:cNvCxnSpPr/>
          <p:nvPr/>
        </p:nvCxnSpPr>
        <p:spPr>
          <a:xfrm>
            <a:off x="10131425" y="2351088"/>
            <a:ext cx="0" cy="379571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1A1FC1E-08D9-294E-B8B1-8C519623998F}"/>
              </a:ext>
            </a:extLst>
          </p:cNvPr>
          <p:cNvCxnSpPr/>
          <p:nvPr/>
        </p:nvCxnSpPr>
        <p:spPr>
          <a:xfrm>
            <a:off x="9551988" y="3128964"/>
            <a:ext cx="0" cy="3017837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202F3FA-3C99-C3EC-DBB8-01B7CB353F6C}"/>
              </a:ext>
            </a:extLst>
          </p:cNvPr>
          <p:cNvCxnSpPr/>
          <p:nvPr/>
        </p:nvCxnSpPr>
        <p:spPr>
          <a:xfrm>
            <a:off x="8975725" y="3794126"/>
            <a:ext cx="0" cy="2352675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31749DA5-DCB7-2703-1ED4-C9FA64A31E7B}"/>
              </a:ext>
            </a:extLst>
          </p:cNvPr>
          <p:cNvCxnSpPr/>
          <p:nvPr/>
        </p:nvCxnSpPr>
        <p:spPr>
          <a:xfrm>
            <a:off x="8472488" y="4478338"/>
            <a:ext cx="0" cy="166846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6DC8B8A-2950-5E70-B019-FBA91170426D}"/>
              </a:ext>
            </a:extLst>
          </p:cNvPr>
          <p:cNvCxnSpPr/>
          <p:nvPr/>
        </p:nvCxnSpPr>
        <p:spPr>
          <a:xfrm>
            <a:off x="7104063" y="5481638"/>
            <a:ext cx="0" cy="665162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4">
            <a:extLst>
              <a:ext uri="{FF2B5EF4-FFF2-40B4-BE49-F238E27FC236}">
                <a16:creationId xmlns:a16="http://schemas.microsoft.com/office/drawing/2014/main" id="{DA5925C2-0E7D-7A59-68B6-F9B7239B33F1}"/>
              </a:ext>
            </a:extLst>
          </p:cNvPr>
          <p:cNvSpPr txBox="1">
            <a:spLocks/>
          </p:cNvSpPr>
          <p:nvPr/>
        </p:nvSpPr>
        <p:spPr>
          <a:xfrm>
            <a:off x="363903" y="188913"/>
            <a:ext cx="11283220" cy="792162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굴림" charset="-127"/>
              </a:rPr>
              <a:t>2-stage Pipelined Carry Save Multiplier 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C0A7409-118D-EB91-D7A4-DE5AFFE7D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51" y="5666511"/>
            <a:ext cx="454079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8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22-bit Ripple Carry Adder !</a:t>
            </a:r>
            <a:endParaRPr lang="en-US" altLang="ko-KR" sz="2000" dirty="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E483BEA1-E25E-2FC9-9CCD-8FF6758B22C0}"/>
              </a:ext>
            </a:extLst>
          </p:cNvPr>
          <p:cNvCxnSpPr>
            <a:cxnSpLocks/>
          </p:cNvCxnSpPr>
          <p:nvPr/>
        </p:nvCxnSpPr>
        <p:spPr>
          <a:xfrm>
            <a:off x="695400" y="3645024"/>
            <a:ext cx="11030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71DD3F5-B7E7-D7CB-B4C0-777526AD7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47" y="2883327"/>
            <a:ext cx="221855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Add 2-stage </a:t>
            </a:r>
            <a:br>
              <a:rPr lang="en-US" altLang="ko-KR" sz="20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20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pipelining flip-flop</a:t>
            </a:r>
            <a:endParaRPr lang="en-US" altLang="ko-KR" sz="1600" dirty="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2B5CFEFA-E3F0-4329-702F-86DA3B6E6511}"/>
              </a:ext>
            </a:extLst>
          </p:cNvPr>
          <p:cNvCxnSpPr>
            <a:cxnSpLocks/>
          </p:cNvCxnSpPr>
          <p:nvPr/>
        </p:nvCxnSpPr>
        <p:spPr>
          <a:xfrm>
            <a:off x="1798440" y="3645024"/>
            <a:ext cx="5692217" cy="1896939"/>
          </a:xfrm>
          <a:prstGeom prst="bentConnector3">
            <a:avLst>
              <a:gd name="adj1" fmla="val 3726"/>
            </a:avLst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5">
            <a:extLst>
              <a:ext uri="{FF2B5EF4-FFF2-40B4-BE49-F238E27FC236}">
                <a16:creationId xmlns:a16="http://schemas.microsoft.com/office/drawing/2014/main" id="{E74604F3-554E-C686-90E5-DBA9AA8A0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7" y="3710447"/>
            <a:ext cx="152605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Why?</a:t>
            </a:r>
          </a:p>
          <a:p>
            <a:pPr algn="ctr" eaLnBrk="1" latinLnBrk="0" hangingPunct="1">
              <a:spcBef>
                <a:spcPct val="0"/>
              </a:spcBef>
              <a:buFontTx/>
              <a:buNone/>
            </a:pPr>
            <a:r>
              <a:rPr lang="en-US" altLang="ko-KR" sz="2000" b="1" dirty="0">
                <a:solidFill>
                  <a:srgbClr val="FD1133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Check paths</a:t>
            </a:r>
            <a:endParaRPr lang="en-US" altLang="ko-KR" sz="1600" dirty="0">
              <a:solidFill>
                <a:srgbClr val="FD1133"/>
              </a:solidFill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407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66440-CF37-2E96-CEEC-E1FEA363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B1CF416-3C6B-2C02-CB62-47F7A40B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1776"/>
            <a:ext cx="8229600" cy="868363"/>
          </a:xfrm>
        </p:spPr>
        <p:txBody>
          <a:bodyPr/>
          <a:lstStyle/>
          <a:p>
            <a:pPr algn="ctr">
              <a:defRPr/>
            </a:pPr>
            <a:r>
              <a:rPr lang="en-US" altLang="ko-KR" sz="5400" dirty="0"/>
              <a:t>Contents</a:t>
            </a:r>
            <a:endParaRPr lang="ko-KR" altLang="en-US" sz="5400" dirty="0"/>
          </a:p>
        </p:txBody>
      </p:sp>
      <p:sp>
        <p:nvSpPr>
          <p:cNvPr id="16387" name="직사각형 6">
            <a:extLst>
              <a:ext uri="{FF2B5EF4-FFF2-40B4-BE49-F238E27FC236}">
                <a16:creationId xmlns:a16="http://schemas.microsoft.com/office/drawing/2014/main" id="{06FA247F-B408-A8F1-76BC-593B06DE1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544" y="1224048"/>
            <a:ext cx="9236992" cy="4750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14350" indent="-5143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(SRCS adder)</a:t>
            </a:r>
            <a:b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Modify the previous Carry Save Multiplier</a:t>
            </a:r>
          </a:p>
          <a:p>
            <a:pPr marL="514800" marR="0" lvl="0" indent="-514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2-stage Pipelined</a:t>
            </a:r>
            <a:r>
              <a:rPr kumimoji="0" lang="ko-KR" altLang="en-US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ko-KR" sz="2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22×22 Carry Save Multiplier (RC adder)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</a:b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- Design Carry Save Multiplier with Gate level description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Simulation &amp; Synthesis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Results</a:t>
            </a:r>
            <a:br>
              <a:rPr kumimoji="0"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Check the functionality and Add the flip-flops</a:t>
            </a:r>
            <a:b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Measure the critical path delay &amp; circuit area</a:t>
            </a:r>
            <a:br>
              <a:rPr kumimoji="0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1800" b="1" dirty="0">
                <a:latin typeface="Arial" panose="020B0604020202020204" pitchFamily="34" charset="0"/>
                <a:cs typeface="Arial" panose="020B0604020202020204" pitchFamily="34" charset="0"/>
              </a:rPr>
              <a:t>- Check the experimental results (max. clock cycle, area, power )</a:t>
            </a:r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3ACE880C-6323-31E7-10F9-AC2866FB8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9EEAAA-9BB1-4D3B-9B95-6636812DE149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ko-KR" altLang="en-US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702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A288E8D-8C8B-BD62-A119-D5BA5DF84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541" y="3331317"/>
            <a:ext cx="9144000" cy="9618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95D6EE9-9D66-D304-2CB6-E2F589483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716" y="1707911"/>
            <a:ext cx="9147252" cy="1184218"/>
          </a:xfrm>
          <a:prstGeom prst="rect">
            <a:avLst/>
          </a:prstGeom>
        </p:spPr>
      </p:pic>
      <p:sp>
        <p:nvSpPr>
          <p:cNvPr id="25604" name="슬라이드 번호 개체 틀 3">
            <a:extLst>
              <a:ext uri="{FF2B5EF4-FFF2-40B4-BE49-F238E27FC236}">
                <a16:creationId xmlns:a16="http://schemas.microsoft.com/office/drawing/2014/main" id="{AB08A075-E4A2-FC3A-7C6D-E05AF3C43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A095D7-503F-467A-8A31-BF078C5660AD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25605" name="직사각형 6">
            <a:extLst>
              <a:ext uri="{FF2B5EF4-FFF2-40B4-BE49-F238E27FC236}">
                <a16:creationId xmlns:a16="http://schemas.microsoft.com/office/drawing/2014/main" id="{8F777BBF-066E-98BE-80D1-50BDFF563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1214438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 Simulation results</a:t>
            </a:r>
          </a:p>
        </p:txBody>
      </p:sp>
      <p:sp>
        <p:nvSpPr>
          <p:cNvPr id="13" name="제목 4">
            <a:extLst>
              <a:ext uri="{FF2B5EF4-FFF2-40B4-BE49-F238E27FC236}">
                <a16:creationId xmlns:a16="http://schemas.microsoft.com/office/drawing/2014/main" id="{4733871B-92BF-A7C8-A139-320D0B42F76E}"/>
              </a:ext>
            </a:extLst>
          </p:cNvPr>
          <p:cNvSpPr txBox="1">
            <a:spLocks/>
          </p:cNvSpPr>
          <p:nvPr/>
        </p:nvSpPr>
        <p:spPr>
          <a:xfrm>
            <a:off x="1524000" y="231776"/>
            <a:ext cx="9144000" cy="868363"/>
          </a:xfrm>
          <a:prstGeom prst="rect">
            <a:avLst/>
          </a:prstGeom>
        </p:spPr>
        <p:txBody>
          <a:bodyPr/>
          <a:lstStyle/>
          <a:p>
            <a:pPr algn="ctr" latinLnBrk="1">
              <a:defRPr/>
            </a:pPr>
            <a:r>
              <a:rPr kumimoji="0" lang="en-US" altLang="ko-KR" sz="5400" b="1" i="1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Functional Verifications</a:t>
            </a:r>
            <a:endParaRPr kumimoji="0" lang="ko-KR" altLang="en-US" sz="5400" b="1" i="1" dirty="0">
              <a:solidFill>
                <a:srgbClr val="C66B5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A9800271-41AE-5D73-EA8C-24CFE10C3995}"/>
              </a:ext>
            </a:extLst>
          </p:cNvPr>
          <p:cNvSpPr txBox="1"/>
          <p:nvPr/>
        </p:nvSpPr>
        <p:spPr>
          <a:xfrm>
            <a:off x="2249312" y="2867428"/>
            <a:ext cx="7991475" cy="368300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b="1" dirty="0">
                <a:solidFill>
                  <a:srgbClr val="FF0000"/>
                </a:solidFill>
                <a:latin typeface="+mj-lt"/>
              </a:rPr>
              <a:t>- Check outputs of two multipliers and </a:t>
            </a:r>
            <a:r>
              <a:rPr lang="en-US" altLang="ko-KR" b="1" dirty="0" err="1">
                <a:solidFill>
                  <a:srgbClr val="FF0000"/>
                </a:solidFill>
                <a:latin typeface="+mj-lt"/>
              </a:rPr>
              <a:t>Matlab</a:t>
            </a:r>
            <a:r>
              <a:rPr lang="en-US" altLang="ko-KR" b="1" dirty="0">
                <a:solidFill>
                  <a:srgbClr val="FF0000"/>
                </a:solidFill>
                <a:latin typeface="+mj-lt"/>
              </a:rPr>
              <a:t> results are ‘same’</a:t>
            </a:r>
            <a:endParaRPr lang="ko-KR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74D36B1A-D4B6-A12D-366E-40F12E386359}"/>
              </a:ext>
            </a:extLst>
          </p:cNvPr>
          <p:cNvSpPr txBox="1"/>
          <p:nvPr/>
        </p:nvSpPr>
        <p:spPr>
          <a:xfrm>
            <a:off x="2246578" y="4283249"/>
            <a:ext cx="6913563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b="1" dirty="0">
                <a:solidFill>
                  <a:srgbClr val="FF0000"/>
                </a:solidFill>
                <a:latin typeface="+mj-lt"/>
              </a:rPr>
              <a:t>- Check the value of error counting number equals ‘zero’</a:t>
            </a:r>
            <a:endParaRPr lang="ko-KR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5611" name="직사각형 10">
            <a:extLst>
              <a:ext uri="{FF2B5EF4-FFF2-40B4-BE49-F238E27FC236}">
                <a16:creationId xmlns:a16="http://schemas.microsoft.com/office/drawing/2014/main" id="{BD736FE8-6775-9788-ABD0-2F2D4BD4CA6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49400" y="4103593"/>
            <a:ext cx="1017588" cy="184404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98CF4F1-DB6E-120A-C317-05458AC19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167" y="4725144"/>
            <a:ext cx="9144000" cy="1085088"/>
          </a:xfrm>
          <a:prstGeom prst="rect">
            <a:avLst/>
          </a:prstGeom>
        </p:spPr>
      </p:pic>
      <p:sp>
        <p:nvSpPr>
          <p:cNvPr id="4" name="직사각형 2">
            <a:extLst>
              <a:ext uri="{FF2B5EF4-FFF2-40B4-BE49-F238E27FC236}">
                <a16:creationId xmlns:a16="http://schemas.microsoft.com/office/drawing/2014/main" id="{A8C8D390-2145-262F-ED71-873F28F259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95438" y="2194454"/>
            <a:ext cx="1149351" cy="312738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5608" name="직사각형 2">
            <a:extLst>
              <a:ext uri="{FF2B5EF4-FFF2-40B4-BE49-F238E27FC236}">
                <a16:creationId xmlns:a16="http://schemas.microsoft.com/office/drawing/2014/main" id="{7AD8549C-C07C-7518-86AA-83EA8428E6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5255243" y="5059227"/>
            <a:ext cx="1358924" cy="407341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436D542C-DE53-09A1-469E-F754608836C4}"/>
              </a:ext>
            </a:extLst>
          </p:cNvPr>
          <p:cNvSpPr txBox="1"/>
          <p:nvPr/>
        </p:nvSpPr>
        <p:spPr>
          <a:xfrm>
            <a:off x="2246578" y="5806748"/>
            <a:ext cx="6913563" cy="36988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b="1" dirty="0">
                <a:solidFill>
                  <a:srgbClr val="FF0000"/>
                </a:solidFill>
                <a:latin typeface="+mj-lt"/>
              </a:rPr>
              <a:t>- Check the delay for 2-stage pipelined multiplier</a:t>
            </a:r>
            <a:endParaRPr lang="ko-KR" altLang="en-US" b="1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4">
            <a:extLst>
              <a:ext uri="{FF2B5EF4-FFF2-40B4-BE49-F238E27FC236}">
                <a16:creationId xmlns:a16="http://schemas.microsoft.com/office/drawing/2014/main" id="{D5B83C79-0480-1E46-0811-E3B6846A31F8}"/>
              </a:ext>
            </a:extLst>
          </p:cNvPr>
          <p:cNvSpPr txBox="1">
            <a:spLocks/>
          </p:cNvSpPr>
          <p:nvPr/>
        </p:nvSpPr>
        <p:spPr>
          <a:xfrm>
            <a:off x="1524000" y="231776"/>
            <a:ext cx="9144000" cy="868363"/>
          </a:xfrm>
          <a:prstGeom prst="rect">
            <a:avLst/>
          </a:prstGeom>
        </p:spPr>
        <p:txBody>
          <a:bodyPr/>
          <a:lstStyle/>
          <a:p>
            <a:pPr algn="ctr" latinLnBrk="1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Find the maximum clock cycle</a:t>
            </a:r>
            <a:endParaRPr kumimoji="0" lang="ko-KR" altLang="en-US" sz="5400" b="1" i="1" dirty="0">
              <a:solidFill>
                <a:srgbClr val="C66B5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26628" name="직사각형 6">
            <a:extLst>
              <a:ext uri="{FF2B5EF4-FFF2-40B4-BE49-F238E27FC236}">
                <a16:creationId xmlns:a16="http://schemas.microsoft.com/office/drawing/2014/main" id="{932D2046-5420-23A4-6DEF-801FCD926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1214438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 Synthesis results </a:t>
            </a:r>
            <a:r>
              <a:rPr kumimoji="0" lang="en-US" altLang="ko-KR" sz="1600" b="1">
                <a:latin typeface="Arial" panose="020B0604020202020204" pitchFamily="34" charset="0"/>
                <a:cs typeface="Arial" panose="020B0604020202020204" pitchFamily="34" charset="0"/>
              </a:rPr>
              <a:t> Carry Select Multipiler with SRCS adder </a:t>
            </a:r>
            <a:endParaRPr kumimoji="0" lang="en-US" altLang="ko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629" name="그림 1">
            <a:extLst>
              <a:ext uri="{FF2B5EF4-FFF2-40B4-BE49-F238E27FC236}">
                <a16:creationId xmlns:a16="http://schemas.microsoft.com/office/drawing/2014/main" id="{065FD57D-8449-912E-1CA0-36977010C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4" y="3716339"/>
            <a:ext cx="7235825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그림 3">
            <a:extLst>
              <a:ext uri="{FF2B5EF4-FFF2-40B4-BE49-F238E27FC236}">
                <a16:creationId xmlns:a16="http://schemas.microsoft.com/office/drawing/2014/main" id="{3C867B34-9F0B-5565-FF9B-52D0FCD06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164" y="1987550"/>
            <a:ext cx="7235825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2EBAC4-2D5C-E05C-5572-3CA52B25A5DE}"/>
              </a:ext>
            </a:extLst>
          </p:cNvPr>
          <p:cNvSpPr txBox="1"/>
          <p:nvPr/>
        </p:nvSpPr>
        <p:spPr>
          <a:xfrm>
            <a:off x="2171701" y="1651000"/>
            <a:ext cx="8316913" cy="369888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latinLnBrk="1" hangingPunct="1">
              <a:defRPr/>
            </a:pPr>
            <a:r>
              <a:rPr lang="en-US" altLang="ko-KR" b="1" dirty="0">
                <a:solidFill>
                  <a:srgbClr val="FF0000"/>
                </a:solidFill>
                <a:latin typeface="+mj-lt"/>
              </a:rPr>
              <a:t>- Check positions and names of each modules and find critical paths.</a:t>
            </a:r>
            <a:endParaRPr lang="ko-KR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26AF544-D164-F6A4-9AA1-FCCC49C44B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5738813" y="6492876"/>
            <a:ext cx="50006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A095D7-503F-467A-8A31-BF078C5660AD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ko-KR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직사각형 6">
            <a:extLst>
              <a:ext uri="{FF2B5EF4-FFF2-40B4-BE49-F238E27FC236}">
                <a16:creationId xmlns:a16="http://schemas.microsoft.com/office/drawing/2014/main" id="{F513B028-0807-A5E4-3C78-56492138A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9" y="1214439"/>
            <a:ext cx="8893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ko-KR" sz="2800" b="1">
                <a:latin typeface="Arial" panose="020B0604020202020204" pitchFamily="34" charset="0"/>
                <a:cs typeface="Arial" panose="020B0604020202020204" pitchFamily="34" charset="0"/>
              </a:rPr>
              <a:t> Critical path delay, Circuit area &amp; Power </a:t>
            </a:r>
          </a:p>
        </p:txBody>
      </p:sp>
      <p:sp>
        <p:nvSpPr>
          <p:cNvPr id="9" name="제목 4">
            <a:extLst>
              <a:ext uri="{FF2B5EF4-FFF2-40B4-BE49-F238E27FC236}">
                <a16:creationId xmlns:a16="http://schemas.microsoft.com/office/drawing/2014/main" id="{30DCBAD8-AA91-F149-A529-0A950F08375E}"/>
              </a:ext>
            </a:extLst>
          </p:cNvPr>
          <p:cNvSpPr txBox="1">
            <a:spLocks/>
          </p:cNvSpPr>
          <p:nvPr/>
        </p:nvSpPr>
        <p:spPr>
          <a:xfrm>
            <a:off x="1524000" y="231776"/>
            <a:ext cx="9144000" cy="868363"/>
          </a:xfrm>
          <a:prstGeom prst="rect">
            <a:avLst/>
          </a:prstGeom>
        </p:spPr>
        <p:txBody>
          <a:bodyPr/>
          <a:lstStyle/>
          <a:p>
            <a:pPr algn="ctr" latinLnBrk="1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Check the synthesis results</a:t>
            </a:r>
            <a:endParaRPr kumimoji="0" lang="ko-KR" altLang="en-US" sz="5400" b="1" i="1" dirty="0">
              <a:solidFill>
                <a:srgbClr val="C66B5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F7536D-107A-9CCA-ABDB-29BA9E28817C}"/>
              </a:ext>
            </a:extLst>
          </p:cNvPr>
          <p:cNvSpPr/>
          <p:nvPr/>
        </p:nvSpPr>
        <p:spPr>
          <a:xfrm>
            <a:off x="1628776" y="2165351"/>
            <a:ext cx="2803525" cy="39401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EFBB6C0-28AF-4C6A-1435-7D1F7159A66B}"/>
              </a:ext>
            </a:extLst>
          </p:cNvPr>
          <p:cNvSpPr/>
          <p:nvPr/>
        </p:nvSpPr>
        <p:spPr>
          <a:xfrm>
            <a:off x="4511676" y="2144713"/>
            <a:ext cx="3040063" cy="39608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844444-5872-17A9-00AF-6C72B7949BAC}"/>
              </a:ext>
            </a:extLst>
          </p:cNvPr>
          <p:cNvSpPr/>
          <p:nvPr/>
        </p:nvSpPr>
        <p:spPr>
          <a:xfrm>
            <a:off x="7642225" y="2144713"/>
            <a:ext cx="2774950" cy="39608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656" name="TextBox 19">
            <a:extLst>
              <a:ext uri="{FF2B5EF4-FFF2-40B4-BE49-F238E27FC236}">
                <a16:creationId xmlns:a16="http://schemas.microsoft.com/office/drawing/2014/main" id="{02C3C803-FD52-4E13-9B33-662CCE68C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163" y="1776413"/>
            <a:ext cx="15986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굴림" panose="020B0600000101010101" pitchFamily="50" charset="-127"/>
                <a:ea typeface="굴림" panose="020B0600000101010101" pitchFamily="50" charset="-127"/>
              </a:rPr>
              <a:t>report_timing</a:t>
            </a:r>
            <a:endParaRPr lang="ko-KR" altLang="en-US" sz="1800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657" name="TextBox 20">
            <a:extLst>
              <a:ext uri="{FF2B5EF4-FFF2-40B4-BE49-F238E27FC236}">
                <a16:creationId xmlns:a16="http://schemas.microsoft.com/office/drawing/2014/main" id="{B178D745-8D05-8CF7-F56A-E645ACEFB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1782763"/>
            <a:ext cx="1371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굴림" panose="020B0600000101010101" pitchFamily="50" charset="-127"/>
                <a:ea typeface="굴림" panose="020B0600000101010101" pitchFamily="50" charset="-127"/>
              </a:rPr>
              <a:t>report_area</a:t>
            </a:r>
            <a:endParaRPr lang="ko-KR" altLang="en-US" sz="1800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658" name="TextBox 21">
            <a:extLst>
              <a:ext uri="{FF2B5EF4-FFF2-40B4-BE49-F238E27FC236}">
                <a16:creationId xmlns:a16="http://schemas.microsoft.com/office/drawing/2014/main" id="{B7DE4BA7-C7D0-B337-E2CA-D04F1C21D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26" y="1782763"/>
            <a:ext cx="1579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b="1">
                <a:latin typeface="굴림" panose="020B0600000101010101" pitchFamily="50" charset="-127"/>
                <a:ea typeface="굴림" panose="020B0600000101010101" pitchFamily="50" charset="-127"/>
              </a:rPr>
              <a:t>report_power</a:t>
            </a:r>
            <a:endParaRPr lang="ko-KR" altLang="en-US" sz="1800" b="1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7659" name="그림 1">
            <a:extLst>
              <a:ext uri="{FF2B5EF4-FFF2-40B4-BE49-F238E27FC236}">
                <a16:creationId xmlns:a16="http://schemas.microsoft.com/office/drawing/2014/main" id="{6430762C-0E2E-3319-1BD2-ACE4B456B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2643188"/>
            <a:ext cx="2717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0" name="그림 3">
            <a:extLst>
              <a:ext uri="{FF2B5EF4-FFF2-40B4-BE49-F238E27FC236}">
                <a16:creationId xmlns:a16="http://schemas.microsoft.com/office/drawing/2014/main" id="{683338CB-ACFE-BB08-8252-9D22D1560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0" y="2582864"/>
            <a:ext cx="2249488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1" name="그림 4">
            <a:extLst>
              <a:ext uri="{FF2B5EF4-FFF2-40B4-BE49-F238E27FC236}">
                <a16:creationId xmlns:a16="http://schemas.microsoft.com/office/drawing/2014/main" id="{9E3E6F30-32D0-BC90-9CBD-1AB29266FD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9" y="4465638"/>
            <a:ext cx="2357437" cy="136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2" name="그림 5">
            <a:extLst>
              <a:ext uri="{FF2B5EF4-FFF2-40B4-BE49-F238E27FC236}">
                <a16:creationId xmlns:a16="http://schemas.microsoft.com/office/drawing/2014/main" id="{13736F9B-84AB-3D5A-460F-94CB1902F7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363" y="2586039"/>
            <a:ext cx="2633662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3" name="그림 6">
            <a:extLst>
              <a:ext uri="{FF2B5EF4-FFF2-40B4-BE49-F238E27FC236}">
                <a16:creationId xmlns:a16="http://schemas.microsoft.com/office/drawing/2014/main" id="{B5D46052-7FCA-998F-3CF8-2A70CCAA76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314" y="4449764"/>
            <a:ext cx="2636837" cy="134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4" name="직사각형 7">
            <a:extLst>
              <a:ext uri="{FF2B5EF4-FFF2-40B4-BE49-F238E27FC236}">
                <a16:creationId xmlns:a16="http://schemas.microsoft.com/office/drawing/2014/main" id="{5DC800D4-80E1-3028-AAA9-62164B363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1" y="21685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800" b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RCadder</a:t>
            </a: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665" name="직사각형 9">
            <a:extLst>
              <a:ext uri="{FF2B5EF4-FFF2-40B4-BE49-F238E27FC236}">
                <a16:creationId xmlns:a16="http://schemas.microsoft.com/office/drawing/2014/main" id="{49813399-01B7-3423-7BC7-1CB496702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3" y="3960814"/>
            <a:ext cx="1517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800" b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SRCSadder </a:t>
            </a: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666" name="직사각형 24">
            <a:extLst>
              <a:ext uri="{FF2B5EF4-FFF2-40B4-BE49-F238E27FC236}">
                <a16:creationId xmlns:a16="http://schemas.microsoft.com/office/drawing/2014/main" id="{CA68988D-B9E7-AABE-7F15-650DF58A9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6" y="21685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800" b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RCadder</a:t>
            </a: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667" name="직사각형 25">
            <a:extLst>
              <a:ext uri="{FF2B5EF4-FFF2-40B4-BE49-F238E27FC236}">
                <a16:creationId xmlns:a16="http://schemas.microsoft.com/office/drawing/2014/main" id="{DC514D21-D9A1-BDA6-69CE-FA756D2A7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638" y="3960814"/>
            <a:ext cx="1517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800" b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SRCSadder </a:t>
            </a: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668" name="직사각형 26">
            <a:extLst>
              <a:ext uri="{FF2B5EF4-FFF2-40B4-BE49-F238E27FC236}">
                <a16:creationId xmlns:a16="http://schemas.microsoft.com/office/drawing/2014/main" id="{BA702EAB-5561-D1B8-709E-8CFD8DCA9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601" y="21685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800" b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RCadder</a:t>
            </a: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669" name="직사각형 27">
            <a:extLst>
              <a:ext uri="{FF2B5EF4-FFF2-40B4-BE49-F238E27FC236}">
                <a16:creationId xmlns:a16="http://schemas.microsoft.com/office/drawing/2014/main" id="{178D6B4E-5A2F-0DCD-2E46-6E4FD5886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613" y="3960814"/>
            <a:ext cx="1517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800" b="1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rPr>
              <a:t>SRCSadder </a:t>
            </a: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27670" name="그림 1">
            <a:extLst>
              <a:ext uri="{FF2B5EF4-FFF2-40B4-BE49-F238E27FC236}">
                <a16:creationId xmlns:a16="http://schemas.microsoft.com/office/drawing/2014/main" id="{893D0B79-F244-3D57-A780-31C3BBDD57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9" y="4330701"/>
            <a:ext cx="2751137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EC5ABF7-09FE-3EB5-9046-5A67050CBD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5738813" y="6492876"/>
            <a:ext cx="500062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A095D7-503F-467A-8A31-BF078C5660AD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ko-KR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번호 개체 틀 3">
            <a:extLst>
              <a:ext uri="{FF2B5EF4-FFF2-40B4-BE49-F238E27FC236}">
                <a16:creationId xmlns:a16="http://schemas.microsoft.com/office/drawing/2014/main" id="{823AB1DF-3881-93E9-F535-1600CBC54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768CED-46D6-4D93-8209-0D8CCECE7581}" type="slidenum">
              <a:rPr lang="ko-KR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ko-KR" altLang="en-US" sz="1400">
              <a:latin typeface="Arial" panose="020B0604020202020204" pitchFamily="34" charset="0"/>
            </a:endParaRPr>
          </a:p>
        </p:txBody>
      </p:sp>
      <p:sp>
        <p:nvSpPr>
          <p:cNvPr id="29699" name="직사각형 6">
            <a:extLst>
              <a:ext uri="{FF2B5EF4-FFF2-40B4-BE49-F238E27FC236}">
                <a16:creationId xmlns:a16="http://schemas.microsoft.com/office/drawing/2014/main" id="{A6F58857-F87E-6D50-86EE-989FB7E27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9" y="1341439"/>
            <a:ext cx="8497887" cy="56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altLang="ko-KR" sz="2800" b="1">
                <a:latin typeface="Arial" panose="020B0604020202020204" pitchFamily="34" charset="0"/>
                <a:cs typeface="Arial" panose="020B0604020202020204" pitchFamily="34" charset="0"/>
              </a:rPr>
              <a:t> Check the synthesis result</a:t>
            </a:r>
          </a:p>
        </p:txBody>
      </p:sp>
      <p:sp>
        <p:nvSpPr>
          <p:cNvPr id="29700" name="직사각형 7">
            <a:extLst>
              <a:ext uri="{FF2B5EF4-FFF2-40B4-BE49-F238E27FC236}">
                <a16:creationId xmlns:a16="http://schemas.microsoft.com/office/drawing/2014/main" id="{7F1113BA-EC1C-A870-DBE5-E0592A922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1920876"/>
            <a:ext cx="8348662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71550" indent="-5143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−"/>
            </a:pPr>
            <a:r>
              <a:rPr kumimoji="0" lang="en-US" altLang="ko-KR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waveforms &amp; synthesis results (schematic)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−"/>
            </a:pPr>
            <a:r>
              <a:rPr kumimoji="0" lang="en-US" altLang="ko-KR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timing, area, power report &amp; .v file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−"/>
            </a:pPr>
            <a:r>
              <a:rPr kumimoji="0" lang="en-US" altLang="ko-KR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the highlighted critical path</a:t>
            </a:r>
          </a:p>
        </p:txBody>
      </p:sp>
      <p:sp>
        <p:nvSpPr>
          <p:cNvPr id="6" name="제목 4">
            <a:extLst>
              <a:ext uri="{FF2B5EF4-FFF2-40B4-BE49-F238E27FC236}">
                <a16:creationId xmlns:a16="http://schemas.microsoft.com/office/drawing/2014/main" id="{AE98F850-439C-E91A-5101-4C141766F1AD}"/>
              </a:ext>
            </a:extLst>
          </p:cNvPr>
          <p:cNvSpPr txBox="1">
            <a:spLocks/>
          </p:cNvSpPr>
          <p:nvPr/>
        </p:nvSpPr>
        <p:spPr>
          <a:xfrm>
            <a:off x="1487488" y="231776"/>
            <a:ext cx="9144001" cy="868363"/>
          </a:xfrm>
          <a:prstGeom prst="rect">
            <a:avLst/>
          </a:prstGeom>
        </p:spPr>
        <p:txBody>
          <a:bodyPr/>
          <a:lstStyle/>
          <a:p>
            <a:pPr algn="ctr" latinLnBrk="1">
              <a:defRPr/>
            </a:pPr>
            <a:r>
              <a:rPr kumimoji="0" lang="en-US" altLang="ko-KR" sz="5400" b="1" i="1" dirty="0">
                <a:solidFill>
                  <a:srgbClr val="C66B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+mj-ea"/>
                <a:cs typeface="+mj-cs"/>
              </a:rPr>
              <a:t>Check results and Submit report</a:t>
            </a:r>
            <a:endParaRPr kumimoji="0" lang="ko-KR" altLang="en-US" sz="5400" b="1" i="1" dirty="0">
              <a:solidFill>
                <a:srgbClr val="C66B5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ea typeface="+mj-ea"/>
              <a:cs typeface="+mj-cs"/>
            </a:endParaRPr>
          </a:p>
        </p:txBody>
      </p:sp>
      <p:sp>
        <p:nvSpPr>
          <p:cNvPr id="29702" name="직사각형 6">
            <a:extLst>
              <a:ext uri="{FF2B5EF4-FFF2-40B4-BE49-F238E27FC236}">
                <a16:creationId xmlns:a16="http://schemas.microsoft.com/office/drawing/2014/main" id="{F79AC860-218C-5AE1-0B8D-BADC1FCB5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9" y="3440113"/>
            <a:ext cx="8269287" cy="138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ko-KR" sz="2800" b="1">
                <a:latin typeface="Arial" panose="020B0604020202020204" pitchFamily="34" charset="0"/>
                <a:cs typeface="Arial" panose="020B0604020202020204" pitchFamily="34" charset="0"/>
              </a:rPr>
              <a:t> Submit result report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2000" b="1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en-US" altLang="ko-KR" sz="2000" b="1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the timing diagram and the above synthesis results</a:t>
            </a:r>
            <a:br>
              <a:rPr kumimoji="0" lang="en-US" altLang="ko-KR" sz="2000" b="1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ko-KR" sz="2000" b="1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Results analysis</a:t>
            </a:r>
          </a:p>
        </p:txBody>
      </p:sp>
      <p:sp>
        <p:nvSpPr>
          <p:cNvPr id="29703" name="직사각형 6">
            <a:extLst>
              <a:ext uri="{FF2B5EF4-FFF2-40B4-BE49-F238E27FC236}">
                <a16:creationId xmlns:a16="http://schemas.microsoft.com/office/drawing/2014/main" id="{045E27CF-FB90-7EE3-DFF7-D2C7F3FDB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4933950"/>
            <a:ext cx="84295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n-US" altLang="ko-KR" sz="2800" b="1">
                <a:latin typeface="Arial" panose="020B0604020202020204" pitchFamily="34" charset="0"/>
                <a:cs typeface="Arial" panose="020B0604020202020204" pitchFamily="34" charset="0"/>
              </a:rPr>
              <a:t> Due : Before the next class to your group TA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kumimoji="0" lang="en-US" altLang="ko-KR" sz="28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ko-KR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담당 조교에게 제출 바랍니다</a:t>
            </a:r>
            <a:r>
              <a:rPr kumimoji="0" lang="en-US" altLang="ko-KR" sz="2800" b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15240">
          <a:solidFill>
            <a:schemeClr val="tx1"/>
          </a:solidFill>
          <a:round/>
          <a:headEnd/>
          <a:tailEnd/>
        </a:ln>
        <a:effectLst/>
      </a:spPr>
      <a:bodyPr wrap="none" rtlCol="0" anchor="ctr"/>
      <a:lstStyle>
        <a:defPPr algn="ctr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6418</TotalTime>
  <Words>1231</Words>
  <Application>Microsoft Office PowerPoint</Application>
  <PresentationFormat>와이드스크린</PresentationFormat>
  <Paragraphs>409</Paragraphs>
  <Slides>17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굴림</vt:lpstr>
      <vt:lpstr>맑은 고딕</vt:lpstr>
      <vt:lpstr>Arial</vt:lpstr>
      <vt:lpstr>Arial Black</vt:lpstr>
      <vt:lpstr>Arial Narrow</vt:lpstr>
      <vt:lpstr>Cambria Math</vt:lpstr>
      <vt:lpstr>Times New Roman</vt:lpstr>
      <vt:lpstr>Office 테마</vt:lpstr>
      <vt:lpstr>Image</vt:lpstr>
      <vt:lpstr>VLSI Design &amp; Practice 05</vt:lpstr>
      <vt:lpstr>Contents</vt:lpstr>
      <vt:lpstr>Contents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</dc:creator>
  <cp:lastModifiedBy>정현석[ 대학원석·박사통합과정재학 / 전기전자공학과 ]</cp:lastModifiedBy>
  <cp:revision>880</cp:revision>
  <dcterms:created xsi:type="dcterms:W3CDTF">2008-10-17T06:56:57Z</dcterms:created>
  <dcterms:modified xsi:type="dcterms:W3CDTF">2026-04-07T04:58:03Z</dcterms:modified>
</cp:coreProperties>
</file>